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69" r:id="rId3"/>
    <p:sldId id="257" r:id="rId4"/>
    <p:sldId id="274" r:id="rId5"/>
    <p:sldId id="278" r:id="rId6"/>
    <p:sldId id="276" r:id="rId7"/>
    <p:sldId id="277" r:id="rId8"/>
    <p:sldId id="275" r:id="rId9"/>
    <p:sldId id="279" r:id="rId10"/>
    <p:sldId id="268" r:id="rId11"/>
    <p:sldId id="280" r:id="rId12"/>
    <p:sldId id="281"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E17F1D1-DB3F-B4BB-B125-5CA3F7AF4BB1}"/>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3C55365-87A9-0B47-6D2B-7F8E1A8036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E4F63E9-CEAD-27EA-D999-906449B367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707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A8F6C0F-798C-8657-0F55-13C67302AB7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0AA270E-5348-F946-9742-6EB052C215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F71BEBC9-2940-0430-FCA8-2FB1D28166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1725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6BC9AD5-7587-7C6F-2E73-74ECC390762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AF27AD9-B989-7145-825A-E98C76CB78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752B91E-16EE-9BB9-29BD-D22B744A3D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4844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EB20AAE-155E-BAC7-197F-E45ACEE5EC4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BE83D45-F3D8-41C6-BBD6-94DCF3345B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0C39920-0D7F-C405-70FE-ADDB4E58DE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035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418F62C-0FA9-B9EC-54E0-3BFAF6E1FB9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9B15940-38DF-AD8C-6375-06E9385DA4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7D26F37D-615E-7F5C-C30A-75AC29CA81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978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8CF55A4-6F84-A8E9-DA85-306CB679CE2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E544AEE-7A81-FE91-9A44-EC7090A7AE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9655926A-F1AD-3208-5E95-9FC0DBC02E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9110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3180058-E0CF-FEFF-7744-F5FE686601E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4404E3F-AC94-5D15-F72A-2FB442CE90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6B7647F-BCA8-C60F-EB95-0E8D982D5D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7280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37E3B8E-D1AD-0B28-F69E-107A890A8C66}"/>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4100C81E-FFB3-4B9F-30DC-43C2E7AB3E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EEBA9A39-F480-4471-DCE3-1FD526924D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9310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189" lvl="0" indent="-380990" algn="l" rtl="0">
              <a:spcBef>
                <a:spcPts val="480"/>
              </a:spcBef>
              <a:spcAft>
                <a:spcPts val="0"/>
              </a:spcAft>
              <a:buClr>
                <a:schemeClr val="dk1"/>
              </a:buClr>
              <a:buSzPts val="2400"/>
              <a:buChar char="•"/>
              <a:defRPr>
                <a:solidFill>
                  <a:schemeClr val="dk1"/>
                </a:solidFill>
              </a:defRPr>
            </a:lvl1pPr>
            <a:lvl2pPr marL="914377" lvl="1" indent="-355591" algn="l" rtl="0">
              <a:spcBef>
                <a:spcPts val="400"/>
              </a:spcBef>
              <a:spcAft>
                <a:spcPts val="0"/>
              </a:spcAft>
              <a:buClr>
                <a:schemeClr val="dk1"/>
              </a:buClr>
              <a:buSzPts val="2000"/>
              <a:buChar char="–"/>
              <a:defRPr>
                <a:solidFill>
                  <a:schemeClr val="dk1"/>
                </a:solidFill>
              </a:defRPr>
            </a:lvl2pPr>
            <a:lvl3pPr marL="1371566" lvl="2" indent="-342891" algn="l" rtl="0">
              <a:spcBef>
                <a:spcPts val="360"/>
              </a:spcBef>
              <a:spcAft>
                <a:spcPts val="0"/>
              </a:spcAft>
              <a:buClr>
                <a:schemeClr val="dk1"/>
              </a:buClr>
              <a:buSzPts val="1800"/>
              <a:buChar char="•"/>
              <a:defRPr>
                <a:solidFill>
                  <a:schemeClr val="dk1"/>
                </a:solidFill>
              </a:defRPr>
            </a:lvl3pPr>
            <a:lvl4pPr marL="1828754" lvl="3" indent="-330192" algn="l" rtl="0">
              <a:spcBef>
                <a:spcPts val="320"/>
              </a:spcBef>
              <a:spcAft>
                <a:spcPts val="0"/>
              </a:spcAft>
              <a:buClr>
                <a:schemeClr val="dk1"/>
              </a:buClr>
              <a:buSzPts val="1600"/>
              <a:buChar char="–"/>
              <a:defRPr>
                <a:solidFill>
                  <a:schemeClr val="dk1"/>
                </a:solidFill>
              </a:defRPr>
            </a:lvl4pPr>
            <a:lvl5pPr marL="2285943" lvl="4" indent="-330192" algn="l" rtl="0">
              <a:spcBef>
                <a:spcPts val="320"/>
              </a:spcBef>
              <a:spcAft>
                <a:spcPts val="0"/>
              </a:spcAft>
              <a:buClr>
                <a:schemeClr val="dk1"/>
              </a:buClr>
              <a:buSzPts val="1600"/>
              <a:buChar char="»"/>
              <a:defRPr>
                <a:solidFill>
                  <a:schemeClr val="dk1"/>
                </a:solidFill>
              </a:defRPr>
            </a:lvl5pPr>
            <a:lvl6pPr marL="2743131" lvl="5" indent="-342891" algn="l" rtl="0">
              <a:spcBef>
                <a:spcPts val="360"/>
              </a:spcBef>
              <a:spcAft>
                <a:spcPts val="0"/>
              </a:spcAft>
              <a:buClr>
                <a:schemeClr val="dk1"/>
              </a:buClr>
              <a:buSzPts val="1800"/>
              <a:buChar char="•"/>
              <a:defRPr/>
            </a:lvl6pPr>
            <a:lvl7pPr marL="3200320" lvl="6" indent="-342891" algn="l" rtl="0">
              <a:spcBef>
                <a:spcPts val="360"/>
              </a:spcBef>
              <a:spcAft>
                <a:spcPts val="0"/>
              </a:spcAft>
              <a:buClr>
                <a:schemeClr val="dk1"/>
              </a:buClr>
              <a:buSzPts val="1800"/>
              <a:buChar char="•"/>
              <a:defRPr/>
            </a:lvl7pPr>
            <a:lvl8pPr marL="3657509" lvl="7" indent="-342891" algn="l" rtl="0">
              <a:spcBef>
                <a:spcPts val="360"/>
              </a:spcBef>
              <a:spcAft>
                <a:spcPts val="0"/>
              </a:spcAft>
              <a:buClr>
                <a:schemeClr val="dk1"/>
              </a:buClr>
              <a:buSzPts val="1800"/>
              <a:buChar char="•"/>
              <a:defRPr/>
            </a:lvl8pPr>
            <a:lvl9pPr marL="4114697" lvl="8" indent="-342891"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189" lvl="0" indent="-228594" algn="l" rtl="0">
              <a:spcBef>
                <a:spcPts val="400"/>
              </a:spcBef>
              <a:spcAft>
                <a:spcPts val="0"/>
              </a:spcAft>
              <a:buClr>
                <a:srgbClr val="888888"/>
              </a:buClr>
              <a:buSzPts val="2000"/>
              <a:buNone/>
              <a:defRPr sz="2000">
                <a:solidFill>
                  <a:srgbClr val="888888"/>
                </a:solidFill>
              </a:defRPr>
            </a:lvl1pPr>
            <a:lvl2pPr marL="914377" lvl="1" indent="-228594" algn="l" rtl="0">
              <a:spcBef>
                <a:spcPts val="360"/>
              </a:spcBef>
              <a:spcAft>
                <a:spcPts val="0"/>
              </a:spcAft>
              <a:buClr>
                <a:srgbClr val="888888"/>
              </a:buClr>
              <a:buSzPts val="1800"/>
              <a:buNone/>
              <a:defRPr sz="1800">
                <a:solidFill>
                  <a:srgbClr val="888888"/>
                </a:solidFill>
              </a:defRPr>
            </a:lvl2pPr>
            <a:lvl3pPr marL="1371566" lvl="2" indent="-228594" algn="l" rtl="0">
              <a:spcBef>
                <a:spcPts val="320"/>
              </a:spcBef>
              <a:spcAft>
                <a:spcPts val="0"/>
              </a:spcAft>
              <a:buClr>
                <a:srgbClr val="888888"/>
              </a:buClr>
              <a:buSzPts val="1600"/>
              <a:buNone/>
              <a:defRPr sz="1600">
                <a:solidFill>
                  <a:srgbClr val="888888"/>
                </a:solidFill>
              </a:defRPr>
            </a:lvl3pPr>
            <a:lvl4pPr marL="1828754" lvl="3" indent="-228594" algn="l" rtl="0">
              <a:spcBef>
                <a:spcPts val="280"/>
              </a:spcBef>
              <a:spcAft>
                <a:spcPts val="0"/>
              </a:spcAft>
              <a:buClr>
                <a:srgbClr val="888888"/>
              </a:buClr>
              <a:buSzPts val="1400"/>
              <a:buNone/>
              <a:defRPr sz="1400">
                <a:solidFill>
                  <a:srgbClr val="888888"/>
                </a:solidFill>
              </a:defRPr>
            </a:lvl4pPr>
            <a:lvl5pPr marL="2285943" lvl="4" indent="-228594" algn="l" rtl="0">
              <a:spcBef>
                <a:spcPts val="280"/>
              </a:spcBef>
              <a:spcAft>
                <a:spcPts val="0"/>
              </a:spcAft>
              <a:buClr>
                <a:srgbClr val="888888"/>
              </a:buClr>
              <a:buSzPts val="1400"/>
              <a:buNone/>
              <a:defRPr sz="1400">
                <a:solidFill>
                  <a:srgbClr val="888888"/>
                </a:solidFill>
              </a:defRPr>
            </a:lvl5pPr>
            <a:lvl6pPr marL="2743131" lvl="5" indent="-228594" algn="l" rtl="0">
              <a:spcBef>
                <a:spcPts val="280"/>
              </a:spcBef>
              <a:spcAft>
                <a:spcPts val="0"/>
              </a:spcAft>
              <a:buClr>
                <a:srgbClr val="888888"/>
              </a:buClr>
              <a:buSzPts val="1400"/>
              <a:buNone/>
              <a:defRPr sz="1400">
                <a:solidFill>
                  <a:srgbClr val="888888"/>
                </a:solidFill>
              </a:defRPr>
            </a:lvl6pPr>
            <a:lvl7pPr marL="3200320" lvl="6" indent="-228594" algn="l" rtl="0">
              <a:spcBef>
                <a:spcPts val="280"/>
              </a:spcBef>
              <a:spcAft>
                <a:spcPts val="0"/>
              </a:spcAft>
              <a:buClr>
                <a:srgbClr val="888888"/>
              </a:buClr>
              <a:buSzPts val="1400"/>
              <a:buNone/>
              <a:defRPr sz="1400">
                <a:solidFill>
                  <a:srgbClr val="888888"/>
                </a:solidFill>
              </a:defRPr>
            </a:lvl7pPr>
            <a:lvl8pPr marL="3657509" lvl="7" indent="-228594" algn="l" rtl="0">
              <a:spcBef>
                <a:spcPts val="280"/>
              </a:spcBef>
              <a:spcAft>
                <a:spcPts val="0"/>
              </a:spcAft>
              <a:buClr>
                <a:srgbClr val="888888"/>
              </a:buClr>
              <a:buSzPts val="1400"/>
              <a:buNone/>
              <a:defRPr sz="1400">
                <a:solidFill>
                  <a:srgbClr val="888888"/>
                </a:solidFill>
              </a:defRPr>
            </a:lvl8pPr>
            <a:lvl9pPr marL="4114697" lvl="8" indent="-228594"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1" y="1600203"/>
            <a:ext cx="5384700" cy="4526100"/>
          </a:xfrm>
          <a:prstGeom prst="rect">
            <a:avLst/>
          </a:prstGeom>
          <a:noFill/>
          <a:ln>
            <a:noFill/>
          </a:ln>
        </p:spPr>
        <p:txBody>
          <a:bodyPr spcFirstLastPara="1" wrap="square" lIns="91425" tIns="45700" rIns="91425" bIns="45700" anchor="t" anchorCtr="0">
            <a:normAutofit/>
          </a:bodyPr>
          <a:lstStyle>
            <a:lvl1pPr marL="457189" lvl="0" indent="-406390" algn="l" rtl="0">
              <a:spcBef>
                <a:spcPts val="560"/>
              </a:spcBef>
              <a:spcAft>
                <a:spcPts val="0"/>
              </a:spcAft>
              <a:buClr>
                <a:schemeClr val="dk1"/>
              </a:buClr>
              <a:buSzPts val="2800"/>
              <a:buChar char="•"/>
              <a:defRPr sz="2800"/>
            </a:lvl1pPr>
            <a:lvl2pPr marL="914377" lvl="1" indent="-380990" algn="l" rtl="0">
              <a:spcBef>
                <a:spcPts val="480"/>
              </a:spcBef>
              <a:spcAft>
                <a:spcPts val="0"/>
              </a:spcAft>
              <a:buClr>
                <a:schemeClr val="dk1"/>
              </a:buClr>
              <a:buSzPts val="2400"/>
              <a:buChar char="–"/>
              <a:defRPr sz="2400"/>
            </a:lvl2pPr>
            <a:lvl3pPr marL="1371566" lvl="2" indent="-355591" algn="l" rtl="0">
              <a:spcBef>
                <a:spcPts val="400"/>
              </a:spcBef>
              <a:spcAft>
                <a:spcPts val="0"/>
              </a:spcAft>
              <a:buClr>
                <a:schemeClr val="dk1"/>
              </a:buClr>
              <a:buSzPts val="2000"/>
              <a:buChar char="•"/>
              <a:defRPr sz="2000"/>
            </a:lvl3pPr>
            <a:lvl4pPr marL="1828754" lvl="3" indent="-342891" algn="l" rtl="0">
              <a:spcBef>
                <a:spcPts val="360"/>
              </a:spcBef>
              <a:spcAft>
                <a:spcPts val="0"/>
              </a:spcAft>
              <a:buClr>
                <a:schemeClr val="dk1"/>
              </a:buClr>
              <a:buSzPts val="1800"/>
              <a:buChar char="–"/>
              <a:defRPr sz="1800"/>
            </a:lvl4pPr>
            <a:lvl5pPr marL="2285943" lvl="4" indent="-342891" algn="l" rtl="0">
              <a:spcBef>
                <a:spcPts val="360"/>
              </a:spcBef>
              <a:spcAft>
                <a:spcPts val="0"/>
              </a:spcAft>
              <a:buClr>
                <a:schemeClr val="dk1"/>
              </a:buClr>
              <a:buSzPts val="1800"/>
              <a:buChar char="»"/>
              <a:defRPr sz="1800"/>
            </a:lvl5pPr>
            <a:lvl6pPr marL="2743131" lvl="5" indent="-342891" algn="l" rtl="0">
              <a:spcBef>
                <a:spcPts val="360"/>
              </a:spcBef>
              <a:spcAft>
                <a:spcPts val="0"/>
              </a:spcAft>
              <a:buClr>
                <a:schemeClr val="dk1"/>
              </a:buClr>
              <a:buSzPts val="1800"/>
              <a:buChar char="•"/>
              <a:defRPr sz="1800"/>
            </a:lvl6pPr>
            <a:lvl7pPr marL="3200320" lvl="6" indent="-342891" algn="l" rtl="0">
              <a:spcBef>
                <a:spcPts val="360"/>
              </a:spcBef>
              <a:spcAft>
                <a:spcPts val="0"/>
              </a:spcAft>
              <a:buClr>
                <a:schemeClr val="dk1"/>
              </a:buClr>
              <a:buSzPts val="1800"/>
              <a:buChar char="•"/>
              <a:defRPr sz="1800"/>
            </a:lvl7pPr>
            <a:lvl8pPr marL="3657509" lvl="7" indent="-342891" algn="l" rtl="0">
              <a:spcBef>
                <a:spcPts val="360"/>
              </a:spcBef>
              <a:spcAft>
                <a:spcPts val="0"/>
              </a:spcAft>
              <a:buClr>
                <a:schemeClr val="dk1"/>
              </a:buClr>
              <a:buSzPts val="1800"/>
              <a:buChar char="•"/>
              <a:defRPr sz="1800"/>
            </a:lvl8pPr>
            <a:lvl9pPr marL="4114697" lvl="8" indent="-342891"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1" y="1600203"/>
            <a:ext cx="5384700" cy="4526100"/>
          </a:xfrm>
          <a:prstGeom prst="rect">
            <a:avLst/>
          </a:prstGeom>
          <a:noFill/>
          <a:ln>
            <a:noFill/>
          </a:ln>
        </p:spPr>
        <p:txBody>
          <a:bodyPr spcFirstLastPara="1" wrap="square" lIns="91425" tIns="45700" rIns="91425" bIns="45700" anchor="t" anchorCtr="0">
            <a:normAutofit/>
          </a:bodyPr>
          <a:lstStyle>
            <a:lvl1pPr marL="457189" lvl="0" indent="-406390" algn="l" rtl="0">
              <a:spcBef>
                <a:spcPts val="560"/>
              </a:spcBef>
              <a:spcAft>
                <a:spcPts val="0"/>
              </a:spcAft>
              <a:buClr>
                <a:schemeClr val="dk1"/>
              </a:buClr>
              <a:buSzPts val="2800"/>
              <a:buChar char="•"/>
              <a:defRPr sz="2800"/>
            </a:lvl1pPr>
            <a:lvl2pPr marL="914377" lvl="1" indent="-380990" algn="l" rtl="0">
              <a:spcBef>
                <a:spcPts val="480"/>
              </a:spcBef>
              <a:spcAft>
                <a:spcPts val="0"/>
              </a:spcAft>
              <a:buClr>
                <a:schemeClr val="dk1"/>
              </a:buClr>
              <a:buSzPts val="2400"/>
              <a:buChar char="–"/>
              <a:defRPr sz="2400"/>
            </a:lvl2pPr>
            <a:lvl3pPr marL="1371566" lvl="2" indent="-355591" algn="l" rtl="0">
              <a:spcBef>
                <a:spcPts val="400"/>
              </a:spcBef>
              <a:spcAft>
                <a:spcPts val="0"/>
              </a:spcAft>
              <a:buClr>
                <a:schemeClr val="dk1"/>
              </a:buClr>
              <a:buSzPts val="2000"/>
              <a:buChar char="•"/>
              <a:defRPr sz="2000"/>
            </a:lvl3pPr>
            <a:lvl4pPr marL="1828754" lvl="3" indent="-342891" algn="l" rtl="0">
              <a:spcBef>
                <a:spcPts val="360"/>
              </a:spcBef>
              <a:spcAft>
                <a:spcPts val="0"/>
              </a:spcAft>
              <a:buClr>
                <a:schemeClr val="dk1"/>
              </a:buClr>
              <a:buSzPts val="1800"/>
              <a:buChar char="–"/>
              <a:defRPr sz="1800"/>
            </a:lvl4pPr>
            <a:lvl5pPr marL="2285943" lvl="4" indent="-342891" algn="l" rtl="0">
              <a:spcBef>
                <a:spcPts val="360"/>
              </a:spcBef>
              <a:spcAft>
                <a:spcPts val="0"/>
              </a:spcAft>
              <a:buClr>
                <a:schemeClr val="dk1"/>
              </a:buClr>
              <a:buSzPts val="1800"/>
              <a:buChar char="»"/>
              <a:defRPr sz="1800"/>
            </a:lvl5pPr>
            <a:lvl6pPr marL="2743131" lvl="5" indent="-342891" algn="l" rtl="0">
              <a:spcBef>
                <a:spcPts val="360"/>
              </a:spcBef>
              <a:spcAft>
                <a:spcPts val="0"/>
              </a:spcAft>
              <a:buClr>
                <a:schemeClr val="dk1"/>
              </a:buClr>
              <a:buSzPts val="1800"/>
              <a:buChar char="•"/>
              <a:defRPr sz="1800"/>
            </a:lvl6pPr>
            <a:lvl7pPr marL="3200320" lvl="6" indent="-342891" algn="l" rtl="0">
              <a:spcBef>
                <a:spcPts val="360"/>
              </a:spcBef>
              <a:spcAft>
                <a:spcPts val="0"/>
              </a:spcAft>
              <a:buClr>
                <a:schemeClr val="dk1"/>
              </a:buClr>
              <a:buSzPts val="1800"/>
              <a:buChar char="•"/>
              <a:defRPr sz="1800"/>
            </a:lvl7pPr>
            <a:lvl8pPr marL="3657509" lvl="7" indent="-342891" algn="l" rtl="0">
              <a:spcBef>
                <a:spcPts val="360"/>
              </a:spcBef>
              <a:spcAft>
                <a:spcPts val="0"/>
              </a:spcAft>
              <a:buClr>
                <a:schemeClr val="dk1"/>
              </a:buClr>
              <a:buSzPts val="1800"/>
              <a:buChar char="•"/>
              <a:defRPr sz="1800"/>
            </a:lvl8pPr>
            <a:lvl9pPr marL="4114697" lvl="8" indent="-342891"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189" lvl="0" indent="-228594" algn="l" rtl="0">
              <a:spcBef>
                <a:spcPts val="480"/>
              </a:spcBef>
              <a:spcAft>
                <a:spcPts val="0"/>
              </a:spcAft>
              <a:buClr>
                <a:schemeClr val="dk1"/>
              </a:buClr>
              <a:buSzPts val="2400"/>
              <a:buNone/>
              <a:defRPr sz="2400" b="1"/>
            </a:lvl1pPr>
            <a:lvl2pPr marL="914377" lvl="1" indent="-228594" algn="l" rtl="0">
              <a:spcBef>
                <a:spcPts val="400"/>
              </a:spcBef>
              <a:spcAft>
                <a:spcPts val="0"/>
              </a:spcAft>
              <a:buClr>
                <a:schemeClr val="dk1"/>
              </a:buClr>
              <a:buSzPts val="2000"/>
              <a:buNone/>
              <a:defRPr sz="2000" b="1"/>
            </a:lvl2pPr>
            <a:lvl3pPr marL="1371566" lvl="2" indent="-228594" algn="l" rtl="0">
              <a:spcBef>
                <a:spcPts val="360"/>
              </a:spcBef>
              <a:spcAft>
                <a:spcPts val="0"/>
              </a:spcAft>
              <a:buClr>
                <a:schemeClr val="dk1"/>
              </a:buClr>
              <a:buSzPts val="1800"/>
              <a:buNone/>
              <a:defRPr sz="1800" b="1"/>
            </a:lvl3pPr>
            <a:lvl4pPr marL="1828754" lvl="3" indent="-228594" algn="l" rtl="0">
              <a:spcBef>
                <a:spcPts val="320"/>
              </a:spcBef>
              <a:spcAft>
                <a:spcPts val="0"/>
              </a:spcAft>
              <a:buClr>
                <a:schemeClr val="dk1"/>
              </a:buClr>
              <a:buSzPts val="1600"/>
              <a:buNone/>
              <a:defRPr sz="1600" b="1"/>
            </a:lvl4pPr>
            <a:lvl5pPr marL="2285943" lvl="4" indent="-228594" algn="l" rtl="0">
              <a:spcBef>
                <a:spcPts val="320"/>
              </a:spcBef>
              <a:spcAft>
                <a:spcPts val="0"/>
              </a:spcAft>
              <a:buClr>
                <a:schemeClr val="dk1"/>
              </a:buClr>
              <a:buSzPts val="1600"/>
              <a:buNone/>
              <a:defRPr sz="1600" b="1"/>
            </a:lvl5pPr>
            <a:lvl6pPr marL="2743131" lvl="5" indent="-228594" algn="l" rtl="0">
              <a:spcBef>
                <a:spcPts val="320"/>
              </a:spcBef>
              <a:spcAft>
                <a:spcPts val="0"/>
              </a:spcAft>
              <a:buClr>
                <a:schemeClr val="dk1"/>
              </a:buClr>
              <a:buSzPts val="1600"/>
              <a:buNone/>
              <a:defRPr sz="1600" b="1"/>
            </a:lvl6pPr>
            <a:lvl7pPr marL="3200320" lvl="6" indent="-228594" algn="l" rtl="0">
              <a:spcBef>
                <a:spcPts val="320"/>
              </a:spcBef>
              <a:spcAft>
                <a:spcPts val="0"/>
              </a:spcAft>
              <a:buClr>
                <a:schemeClr val="dk1"/>
              </a:buClr>
              <a:buSzPts val="1600"/>
              <a:buNone/>
              <a:defRPr sz="1600" b="1"/>
            </a:lvl7pPr>
            <a:lvl8pPr marL="3657509" lvl="7" indent="-228594" algn="l" rtl="0">
              <a:spcBef>
                <a:spcPts val="320"/>
              </a:spcBef>
              <a:spcAft>
                <a:spcPts val="0"/>
              </a:spcAft>
              <a:buClr>
                <a:schemeClr val="dk1"/>
              </a:buClr>
              <a:buSzPts val="1600"/>
              <a:buNone/>
              <a:defRPr sz="1600" b="1"/>
            </a:lvl8pPr>
            <a:lvl9pPr marL="4114697" lvl="8" indent="-228594"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189" lvl="0" indent="-380990" algn="l" rtl="0">
              <a:spcBef>
                <a:spcPts val="480"/>
              </a:spcBef>
              <a:spcAft>
                <a:spcPts val="0"/>
              </a:spcAft>
              <a:buClr>
                <a:schemeClr val="dk1"/>
              </a:buClr>
              <a:buSzPts val="2400"/>
              <a:buChar char="•"/>
              <a:defRPr sz="2400"/>
            </a:lvl1pPr>
            <a:lvl2pPr marL="914377" lvl="1" indent="-355591" algn="l" rtl="0">
              <a:spcBef>
                <a:spcPts val="400"/>
              </a:spcBef>
              <a:spcAft>
                <a:spcPts val="0"/>
              </a:spcAft>
              <a:buClr>
                <a:schemeClr val="dk1"/>
              </a:buClr>
              <a:buSzPts val="2000"/>
              <a:buChar char="–"/>
              <a:defRPr sz="2000"/>
            </a:lvl2pPr>
            <a:lvl3pPr marL="1371566" lvl="2" indent="-342891" algn="l" rtl="0">
              <a:spcBef>
                <a:spcPts val="360"/>
              </a:spcBef>
              <a:spcAft>
                <a:spcPts val="0"/>
              </a:spcAft>
              <a:buClr>
                <a:schemeClr val="dk1"/>
              </a:buClr>
              <a:buSzPts val="1800"/>
              <a:buChar char="•"/>
              <a:defRPr sz="1800"/>
            </a:lvl3pPr>
            <a:lvl4pPr marL="1828754" lvl="3" indent="-330192" algn="l" rtl="0">
              <a:spcBef>
                <a:spcPts val="320"/>
              </a:spcBef>
              <a:spcAft>
                <a:spcPts val="0"/>
              </a:spcAft>
              <a:buClr>
                <a:schemeClr val="dk1"/>
              </a:buClr>
              <a:buSzPts val="1600"/>
              <a:buChar char="–"/>
              <a:defRPr sz="1600"/>
            </a:lvl4pPr>
            <a:lvl5pPr marL="2285943" lvl="4" indent="-330192" algn="l" rtl="0">
              <a:spcBef>
                <a:spcPts val="320"/>
              </a:spcBef>
              <a:spcAft>
                <a:spcPts val="0"/>
              </a:spcAft>
              <a:buClr>
                <a:schemeClr val="dk1"/>
              </a:buClr>
              <a:buSzPts val="1600"/>
              <a:buChar char="»"/>
              <a:defRPr sz="1600"/>
            </a:lvl5pPr>
            <a:lvl6pPr marL="2743131" lvl="5" indent="-330192" algn="l" rtl="0">
              <a:spcBef>
                <a:spcPts val="320"/>
              </a:spcBef>
              <a:spcAft>
                <a:spcPts val="0"/>
              </a:spcAft>
              <a:buClr>
                <a:schemeClr val="dk1"/>
              </a:buClr>
              <a:buSzPts val="1600"/>
              <a:buChar char="•"/>
              <a:defRPr sz="1600"/>
            </a:lvl6pPr>
            <a:lvl7pPr marL="3200320" lvl="6" indent="-330192" algn="l" rtl="0">
              <a:spcBef>
                <a:spcPts val="320"/>
              </a:spcBef>
              <a:spcAft>
                <a:spcPts val="0"/>
              </a:spcAft>
              <a:buClr>
                <a:schemeClr val="dk1"/>
              </a:buClr>
              <a:buSzPts val="1600"/>
              <a:buChar char="•"/>
              <a:defRPr sz="1600"/>
            </a:lvl7pPr>
            <a:lvl8pPr marL="3657509" lvl="7" indent="-330192" algn="l" rtl="0">
              <a:spcBef>
                <a:spcPts val="320"/>
              </a:spcBef>
              <a:spcAft>
                <a:spcPts val="0"/>
              </a:spcAft>
              <a:buClr>
                <a:schemeClr val="dk1"/>
              </a:buClr>
              <a:buSzPts val="1600"/>
              <a:buChar char="•"/>
              <a:defRPr sz="1600"/>
            </a:lvl8pPr>
            <a:lvl9pPr marL="4114697" lvl="8" indent="-330192"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70" y="1535113"/>
            <a:ext cx="5388900" cy="639900"/>
          </a:xfrm>
          <a:prstGeom prst="rect">
            <a:avLst/>
          </a:prstGeom>
          <a:noFill/>
          <a:ln>
            <a:noFill/>
          </a:ln>
        </p:spPr>
        <p:txBody>
          <a:bodyPr spcFirstLastPara="1" wrap="square" lIns="91425" tIns="45700" rIns="91425" bIns="45700" anchor="b" anchorCtr="0">
            <a:normAutofit/>
          </a:bodyPr>
          <a:lstStyle>
            <a:lvl1pPr marL="457189" lvl="0" indent="-228594" algn="l" rtl="0">
              <a:spcBef>
                <a:spcPts val="480"/>
              </a:spcBef>
              <a:spcAft>
                <a:spcPts val="0"/>
              </a:spcAft>
              <a:buClr>
                <a:schemeClr val="dk1"/>
              </a:buClr>
              <a:buSzPts val="2400"/>
              <a:buNone/>
              <a:defRPr sz="2400" b="1"/>
            </a:lvl1pPr>
            <a:lvl2pPr marL="914377" lvl="1" indent="-228594" algn="l" rtl="0">
              <a:spcBef>
                <a:spcPts val="400"/>
              </a:spcBef>
              <a:spcAft>
                <a:spcPts val="0"/>
              </a:spcAft>
              <a:buClr>
                <a:schemeClr val="dk1"/>
              </a:buClr>
              <a:buSzPts val="2000"/>
              <a:buNone/>
              <a:defRPr sz="2000" b="1"/>
            </a:lvl2pPr>
            <a:lvl3pPr marL="1371566" lvl="2" indent="-228594" algn="l" rtl="0">
              <a:spcBef>
                <a:spcPts val="360"/>
              </a:spcBef>
              <a:spcAft>
                <a:spcPts val="0"/>
              </a:spcAft>
              <a:buClr>
                <a:schemeClr val="dk1"/>
              </a:buClr>
              <a:buSzPts val="1800"/>
              <a:buNone/>
              <a:defRPr sz="1800" b="1"/>
            </a:lvl3pPr>
            <a:lvl4pPr marL="1828754" lvl="3" indent="-228594" algn="l" rtl="0">
              <a:spcBef>
                <a:spcPts val="320"/>
              </a:spcBef>
              <a:spcAft>
                <a:spcPts val="0"/>
              </a:spcAft>
              <a:buClr>
                <a:schemeClr val="dk1"/>
              </a:buClr>
              <a:buSzPts val="1600"/>
              <a:buNone/>
              <a:defRPr sz="1600" b="1"/>
            </a:lvl4pPr>
            <a:lvl5pPr marL="2285943" lvl="4" indent="-228594" algn="l" rtl="0">
              <a:spcBef>
                <a:spcPts val="320"/>
              </a:spcBef>
              <a:spcAft>
                <a:spcPts val="0"/>
              </a:spcAft>
              <a:buClr>
                <a:schemeClr val="dk1"/>
              </a:buClr>
              <a:buSzPts val="1600"/>
              <a:buNone/>
              <a:defRPr sz="1600" b="1"/>
            </a:lvl5pPr>
            <a:lvl6pPr marL="2743131" lvl="5" indent="-228594" algn="l" rtl="0">
              <a:spcBef>
                <a:spcPts val="320"/>
              </a:spcBef>
              <a:spcAft>
                <a:spcPts val="0"/>
              </a:spcAft>
              <a:buClr>
                <a:schemeClr val="dk1"/>
              </a:buClr>
              <a:buSzPts val="1600"/>
              <a:buNone/>
              <a:defRPr sz="1600" b="1"/>
            </a:lvl6pPr>
            <a:lvl7pPr marL="3200320" lvl="6" indent="-228594" algn="l" rtl="0">
              <a:spcBef>
                <a:spcPts val="320"/>
              </a:spcBef>
              <a:spcAft>
                <a:spcPts val="0"/>
              </a:spcAft>
              <a:buClr>
                <a:schemeClr val="dk1"/>
              </a:buClr>
              <a:buSzPts val="1600"/>
              <a:buNone/>
              <a:defRPr sz="1600" b="1"/>
            </a:lvl7pPr>
            <a:lvl8pPr marL="3657509" lvl="7" indent="-228594" algn="l" rtl="0">
              <a:spcBef>
                <a:spcPts val="320"/>
              </a:spcBef>
              <a:spcAft>
                <a:spcPts val="0"/>
              </a:spcAft>
              <a:buClr>
                <a:schemeClr val="dk1"/>
              </a:buClr>
              <a:buSzPts val="1600"/>
              <a:buNone/>
              <a:defRPr sz="1600" b="1"/>
            </a:lvl8pPr>
            <a:lvl9pPr marL="4114697" lvl="8" indent="-228594"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70" y="2174875"/>
            <a:ext cx="5388900" cy="3951300"/>
          </a:xfrm>
          <a:prstGeom prst="rect">
            <a:avLst/>
          </a:prstGeom>
          <a:noFill/>
          <a:ln>
            <a:noFill/>
          </a:ln>
        </p:spPr>
        <p:txBody>
          <a:bodyPr spcFirstLastPara="1" wrap="square" lIns="91425" tIns="45700" rIns="91425" bIns="45700" anchor="t" anchorCtr="0">
            <a:normAutofit/>
          </a:bodyPr>
          <a:lstStyle>
            <a:lvl1pPr marL="457189" lvl="0" indent="-380990" algn="l" rtl="0">
              <a:spcBef>
                <a:spcPts val="480"/>
              </a:spcBef>
              <a:spcAft>
                <a:spcPts val="0"/>
              </a:spcAft>
              <a:buClr>
                <a:schemeClr val="dk1"/>
              </a:buClr>
              <a:buSzPts val="2400"/>
              <a:buChar char="•"/>
              <a:defRPr sz="2400"/>
            </a:lvl1pPr>
            <a:lvl2pPr marL="914377" lvl="1" indent="-355591" algn="l" rtl="0">
              <a:spcBef>
                <a:spcPts val="400"/>
              </a:spcBef>
              <a:spcAft>
                <a:spcPts val="0"/>
              </a:spcAft>
              <a:buClr>
                <a:schemeClr val="dk1"/>
              </a:buClr>
              <a:buSzPts val="2000"/>
              <a:buChar char="–"/>
              <a:defRPr sz="2000"/>
            </a:lvl2pPr>
            <a:lvl3pPr marL="1371566" lvl="2" indent="-342891" algn="l" rtl="0">
              <a:spcBef>
                <a:spcPts val="360"/>
              </a:spcBef>
              <a:spcAft>
                <a:spcPts val="0"/>
              </a:spcAft>
              <a:buClr>
                <a:schemeClr val="dk1"/>
              </a:buClr>
              <a:buSzPts val="1800"/>
              <a:buChar char="•"/>
              <a:defRPr sz="1800"/>
            </a:lvl3pPr>
            <a:lvl4pPr marL="1828754" lvl="3" indent="-330192" algn="l" rtl="0">
              <a:spcBef>
                <a:spcPts val="320"/>
              </a:spcBef>
              <a:spcAft>
                <a:spcPts val="0"/>
              </a:spcAft>
              <a:buClr>
                <a:schemeClr val="dk1"/>
              </a:buClr>
              <a:buSzPts val="1600"/>
              <a:buChar char="–"/>
              <a:defRPr sz="1600"/>
            </a:lvl4pPr>
            <a:lvl5pPr marL="2285943" lvl="4" indent="-330192" algn="l" rtl="0">
              <a:spcBef>
                <a:spcPts val="320"/>
              </a:spcBef>
              <a:spcAft>
                <a:spcPts val="0"/>
              </a:spcAft>
              <a:buClr>
                <a:schemeClr val="dk1"/>
              </a:buClr>
              <a:buSzPts val="1600"/>
              <a:buChar char="»"/>
              <a:defRPr sz="1600"/>
            </a:lvl5pPr>
            <a:lvl6pPr marL="2743131" lvl="5" indent="-330192" algn="l" rtl="0">
              <a:spcBef>
                <a:spcPts val="320"/>
              </a:spcBef>
              <a:spcAft>
                <a:spcPts val="0"/>
              </a:spcAft>
              <a:buClr>
                <a:schemeClr val="dk1"/>
              </a:buClr>
              <a:buSzPts val="1600"/>
              <a:buChar char="•"/>
              <a:defRPr sz="1600"/>
            </a:lvl6pPr>
            <a:lvl7pPr marL="3200320" lvl="6" indent="-330192" algn="l" rtl="0">
              <a:spcBef>
                <a:spcPts val="320"/>
              </a:spcBef>
              <a:spcAft>
                <a:spcPts val="0"/>
              </a:spcAft>
              <a:buClr>
                <a:schemeClr val="dk1"/>
              </a:buClr>
              <a:buSzPts val="1600"/>
              <a:buChar char="•"/>
              <a:defRPr sz="1600"/>
            </a:lvl7pPr>
            <a:lvl8pPr marL="3657509" lvl="7" indent="-330192" algn="l" rtl="0">
              <a:spcBef>
                <a:spcPts val="320"/>
              </a:spcBef>
              <a:spcAft>
                <a:spcPts val="0"/>
              </a:spcAft>
              <a:buClr>
                <a:schemeClr val="dk1"/>
              </a:buClr>
              <a:buSzPts val="1600"/>
              <a:buChar char="•"/>
              <a:defRPr sz="1600"/>
            </a:lvl8pPr>
            <a:lvl9pPr marL="4114697" lvl="8" indent="-330192"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1"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pic>
        <p:nvPicPr>
          <p:cNvPr id="52" name="Google Shape;52;p7" descr="C:\Users\AMMU\Desktop\Border.png"/>
          <p:cNvPicPr preferRelativeResize="0"/>
          <p:nvPr/>
        </p:nvPicPr>
        <p:blipFill rotWithShape="1">
          <a:blip r:embed="rId2">
            <a:alphaModFix/>
          </a:blip>
          <a:srcRect/>
          <a:stretch/>
        </p:blipFill>
        <p:spPr>
          <a:xfrm>
            <a:off x="2505210"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3"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4" y="273053"/>
            <a:ext cx="6815700" cy="5853000"/>
          </a:xfrm>
          <a:prstGeom prst="rect">
            <a:avLst/>
          </a:prstGeom>
          <a:noFill/>
          <a:ln>
            <a:noFill/>
          </a:ln>
        </p:spPr>
        <p:txBody>
          <a:bodyPr spcFirstLastPara="1" wrap="square" lIns="91425" tIns="45700" rIns="91425" bIns="45700" anchor="t" anchorCtr="0">
            <a:normAutofit/>
          </a:bodyPr>
          <a:lstStyle>
            <a:lvl1pPr marL="457189" lvl="0" indent="-431789" algn="l" rtl="0">
              <a:spcBef>
                <a:spcPts val="640"/>
              </a:spcBef>
              <a:spcAft>
                <a:spcPts val="0"/>
              </a:spcAft>
              <a:buClr>
                <a:schemeClr val="dk1"/>
              </a:buClr>
              <a:buSzPts val="3200"/>
              <a:buChar char="•"/>
              <a:defRPr sz="3200"/>
            </a:lvl1pPr>
            <a:lvl2pPr marL="914377" lvl="1" indent="-406390" algn="l" rtl="0">
              <a:spcBef>
                <a:spcPts val="560"/>
              </a:spcBef>
              <a:spcAft>
                <a:spcPts val="0"/>
              </a:spcAft>
              <a:buClr>
                <a:schemeClr val="dk1"/>
              </a:buClr>
              <a:buSzPts val="2800"/>
              <a:buChar char="–"/>
              <a:defRPr sz="2800"/>
            </a:lvl2pPr>
            <a:lvl3pPr marL="1371566" lvl="2" indent="-380990" algn="l" rtl="0">
              <a:spcBef>
                <a:spcPts val="480"/>
              </a:spcBef>
              <a:spcAft>
                <a:spcPts val="0"/>
              </a:spcAft>
              <a:buClr>
                <a:schemeClr val="dk1"/>
              </a:buClr>
              <a:buSzPts val="2400"/>
              <a:buChar char="•"/>
              <a:defRPr sz="2400"/>
            </a:lvl3pPr>
            <a:lvl4pPr marL="1828754" lvl="3" indent="-355591" algn="l" rtl="0">
              <a:spcBef>
                <a:spcPts val="400"/>
              </a:spcBef>
              <a:spcAft>
                <a:spcPts val="0"/>
              </a:spcAft>
              <a:buClr>
                <a:schemeClr val="dk1"/>
              </a:buClr>
              <a:buSzPts val="2000"/>
              <a:buChar char="–"/>
              <a:defRPr sz="2000"/>
            </a:lvl4pPr>
            <a:lvl5pPr marL="2285943" lvl="4" indent="-355591" algn="l" rtl="0">
              <a:spcBef>
                <a:spcPts val="400"/>
              </a:spcBef>
              <a:spcAft>
                <a:spcPts val="0"/>
              </a:spcAft>
              <a:buClr>
                <a:schemeClr val="dk1"/>
              </a:buClr>
              <a:buSzPts val="2000"/>
              <a:buChar char="»"/>
              <a:defRPr sz="2000"/>
            </a:lvl5pPr>
            <a:lvl6pPr marL="2743131" lvl="5" indent="-355591" algn="l" rtl="0">
              <a:spcBef>
                <a:spcPts val="400"/>
              </a:spcBef>
              <a:spcAft>
                <a:spcPts val="0"/>
              </a:spcAft>
              <a:buClr>
                <a:schemeClr val="dk1"/>
              </a:buClr>
              <a:buSzPts val="2000"/>
              <a:buChar char="•"/>
              <a:defRPr sz="2000"/>
            </a:lvl6pPr>
            <a:lvl7pPr marL="3200320" lvl="6" indent="-355591" algn="l" rtl="0">
              <a:spcBef>
                <a:spcPts val="400"/>
              </a:spcBef>
              <a:spcAft>
                <a:spcPts val="0"/>
              </a:spcAft>
              <a:buClr>
                <a:schemeClr val="dk1"/>
              </a:buClr>
              <a:buSzPts val="2000"/>
              <a:buChar char="•"/>
              <a:defRPr sz="2000"/>
            </a:lvl7pPr>
            <a:lvl8pPr marL="3657509" lvl="7" indent="-355591" algn="l" rtl="0">
              <a:spcBef>
                <a:spcPts val="400"/>
              </a:spcBef>
              <a:spcAft>
                <a:spcPts val="0"/>
              </a:spcAft>
              <a:buClr>
                <a:schemeClr val="dk1"/>
              </a:buClr>
              <a:buSzPts val="2000"/>
              <a:buChar char="•"/>
              <a:defRPr sz="2000"/>
            </a:lvl8pPr>
            <a:lvl9pPr marL="4114697" lvl="8" indent="-355591"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3" y="1435103"/>
            <a:ext cx="4011000" cy="4691100"/>
          </a:xfrm>
          <a:prstGeom prst="rect">
            <a:avLst/>
          </a:prstGeom>
          <a:noFill/>
          <a:ln>
            <a:noFill/>
          </a:ln>
        </p:spPr>
        <p:txBody>
          <a:bodyPr spcFirstLastPara="1" wrap="square" lIns="91425" tIns="45700" rIns="91425" bIns="45700" anchor="t" anchorCtr="0">
            <a:normAutofit/>
          </a:bodyPr>
          <a:lstStyle>
            <a:lvl1pPr marL="457189" lvl="0" indent="-228594" algn="l" rtl="0">
              <a:spcBef>
                <a:spcPts val="280"/>
              </a:spcBef>
              <a:spcAft>
                <a:spcPts val="0"/>
              </a:spcAft>
              <a:buClr>
                <a:schemeClr val="dk1"/>
              </a:buClr>
              <a:buSzPts val="1400"/>
              <a:buNone/>
              <a:defRPr sz="1400"/>
            </a:lvl1pPr>
            <a:lvl2pPr marL="914377" lvl="1" indent="-228594" algn="l" rtl="0">
              <a:spcBef>
                <a:spcPts val="240"/>
              </a:spcBef>
              <a:spcAft>
                <a:spcPts val="0"/>
              </a:spcAft>
              <a:buClr>
                <a:schemeClr val="dk1"/>
              </a:buClr>
              <a:buSzPts val="1200"/>
              <a:buNone/>
              <a:defRPr sz="1200"/>
            </a:lvl2pPr>
            <a:lvl3pPr marL="1371566" lvl="2" indent="-228594" algn="l" rtl="0">
              <a:spcBef>
                <a:spcPts val="200"/>
              </a:spcBef>
              <a:spcAft>
                <a:spcPts val="0"/>
              </a:spcAft>
              <a:buClr>
                <a:schemeClr val="dk1"/>
              </a:buClr>
              <a:buSzPts val="1000"/>
              <a:buNone/>
              <a:defRPr sz="1000"/>
            </a:lvl3pPr>
            <a:lvl4pPr marL="1828754" lvl="3" indent="-228594" algn="l" rtl="0">
              <a:spcBef>
                <a:spcPts val="180"/>
              </a:spcBef>
              <a:spcAft>
                <a:spcPts val="0"/>
              </a:spcAft>
              <a:buClr>
                <a:schemeClr val="dk1"/>
              </a:buClr>
              <a:buSzPts val="900"/>
              <a:buNone/>
              <a:defRPr sz="900"/>
            </a:lvl4pPr>
            <a:lvl5pPr marL="2285943" lvl="4" indent="-228594" algn="l" rtl="0">
              <a:spcBef>
                <a:spcPts val="180"/>
              </a:spcBef>
              <a:spcAft>
                <a:spcPts val="0"/>
              </a:spcAft>
              <a:buClr>
                <a:schemeClr val="dk1"/>
              </a:buClr>
              <a:buSzPts val="900"/>
              <a:buNone/>
              <a:defRPr sz="900"/>
            </a:lvl5pPr>
            <a:lvl6pPr marL="2743131" lvl="5" indent="-228594" algn="l" rtl="0">
              <a:spcBef>
                <a:spcPts val="180"/>
              </a:spcBef>
              <a:spcAft>
                <a:spcPts val="0"/>
              </a:spcAft>
              <a:buClr>
                <a:schemeClr val="dk1"/>
              </a:buClr>
              <a:buSzPts val="900"/>
              <a:buNone/>
              <a:defRPr sz="900"/>
            </a:lvl6pPr>
            <a:lvl7pPr marL="3200320" lvl="6" indent="-228594" algn="l" rtl="0">
              <a:spcBef>
                <a:spcPts val="180"/>
              </a:spcBef>
              <a:spcAft>
                <a:spcPts val="0"/>
              </a:spcAft>
              <a:buClr>
                <a:schemeClr val="dk1"/>
              </a:buClr>
              <a:buSzPts val="900"/>
              <a:buNone/>
              <a:defRPr sz="900"/>
            </a:lvl7pPr>
            <a:lvl8pPr marL="3657509" lvl="7" indent="-228594" algn="l" rtl="0">
              <a:spcBef>
                <a:spcPts val="180"/>
              </a:spcBef>
              <a:spcAft>
                <a:spcPts val="0"/>
              </a:spcAft>
              <a:buClr>
                <a:schemeClr val="dk1"/>
              </a:buClr>
              <a:buSzPts val="900"/>
              <a:buNone/>
              <a:defRPr sz="900"/>
            </a:lvl8pPr>
            <a:lvl9pPr marL="4114697" lvl="8" indent="-228594"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189" lvl="0" indent="-228594" algn="l" rtl="0">
              <a:spcBef>
                <a:spcPts val="280"/>
              </a:spcBef>
              <a:spcAft>
                <a:spcPts val="0"/>
              </a:spcAft>
              <a:buClr>
                <a:schemeClr val="dk1"/>
              </a:buClr>
              <a:buSzPts val="1400"/>
              <a:buNone/>
              <a:defRPr sz="1400"/>
            </a:lvl1pPr>
            <a:lvl2pPr marL="914377" lvl="1" indent="-228594" algn="l" rtl="0">
              <a:spcBef>
                <a:spcPts val="240"/>
              </a:spcBef>
              <a:spcAft>
                <a:spcPts val="0"/>
              </a:spcAft>
              <a:buClr>
                <a:schemeClr val="dk1"/>
              </a:buClr>
              <a:buSzPts val="1200"/>
              <a:buNone/>
              <a:defRPr sz="1200"/>
            </a:lvl2pPr>
            <a:lvl3pPr marL="1371566" lvl="2" indent="-228594" algn="l" rtl="0">
              <a:spcBef>
                <a:spcPts val="200"/>
              </a:spcBef>
              <a:spcAft>
                <a:spcPts val="0"/>
              </a:spcAft>
              <a:buClr>
                <a:schemeClr val="dk1"/>
              </a:buClr>
              <a:buSzPts val="1000"/>
              <a:buNone/>
              <a:defRPr sz="1000"/>
            </a:lvl3pPr>
            <a:lvl4pPr marL="1828754" lvl="3" indent="-228594" algn="l" rtl="0">
              <a:spcBef>
                <a:spcPts val="180"/>
              </a:spcBef>
              <a:spcAft>
                <a:spcPts val="0"/>
              </a:spcAft>
              <a:buClr>
                <a:schemeClr val="dk1"/>
              </a:buClr>
              <a:buSzPts val="900"/>
              <a:buNone/>
              <a:defRPr sz="900"/>
            </a:lvl4pPr>
            <a:lvl5pPr marL="2285943" lvl="4" indent="-228594" algn="l" rtl="0">
              <a:spcBef>
                <a:spcPts val="180"/>
              </a:spcBef>
              <a:spcAft>
                <a:spcPts val="0"/>
              </a:spcAft>
              <a:buClr>
                <a:schemeClr val="dk1"/>
              </a:buClr>
              <a:buSzPts val="900"/>
              <a:buNone/>
              <a:defRPr sz="900"/>
            </a:lvl5pPr>
            <a:lvl6pPr marL="2743131" lvl="5" indent="-228594" algn="l" rtl="0">
              <a:spcBef>
                <a:spcPts val="180"/>
              </a:spcBef>
              <a:spcAft>
                <a:spcPts val="0"/>
              </a:spcAft>
              <a:buClr>
                <a:schemeClr val="dk1"/>
              </a:buClr>
              <a:buSzPts val="900"/>
              <a:buNone/>
              <a:defRPr sz="900"/>
            </a:lvl6pPr>
            <a:lvl7pPr marL="3200320" lvl="6" indent="-228594" algn="l" rtl="0">
              <a:spcBef>
                <a:spcPts val="180"/>
              </a:spcBef>
              <a:spcAft>
                <a:spcPts val="0"/>
              </a:spcAft>
              <a:buClr>
                <a:schemeClr val="dk1"/>
              </a:buClr>
              <a:buSzPts val="900"/>
              <a:buNone/>
              <a:defRPr sz="900"/>
            </a:lvl7pPr>
            <a:lvl8pPr marL="3657509" lvl="7" indent="-228594" algn="l" rtl="0">
              <a:spcBef>
                <a:spcPts val="180"/>
              </a:spcBef>
              <a:spcAft>
                <a:spcPts val="0"/>
              </a:spcAft>
              <a:buClr>
                <a:schemeClr val="dk1"/>
              </a:buClr>
              <a:buSzPts val="900"/>
              <a:buNone/>
              <a:defRPr sz="900"/>
            </a:lvl8pPr>
            <a:lvl9pPr marL="4114697" lvl="8" indent="-228594"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189" lvl="0" indent="-342891" algn="l" rtl="0">
              <a:spcBef>
                <a:spcPts val="360"/>
              </a:spcBef>
              <a:spcAft>
                <a:spcPts val="0"/>
              </a:spcAft>
              <a:buClr>
                <a:schemeClr val="dk1"/>
              </a:buClr>
              <a:buSzPts val="1800"/>
              <a:buChar char="•"/>
              <a:defRPr/>
            </a:lvl1pPr>
            <a:lvl2pPr marL="914377" lvl="1" indent="-342891" algn="l" rtl="0">
              <a:spcBef>
                <a:spcPts val="360"/>
              </a:spcBef>
              <a:spcAft>
                <a:spcPts val="0"/>
              </a:spcAft>
              <a:buClr>
                <a:schemeClr val="dk1"/>
              </a:buClr>
              <a:buSzPts val="1800"/>
              <a:buChar char="–"/>
              <a:defRPr/>
            </a:lvl2pPr>
            <a:lvl3pPr marL="1371566" lvl="2" indent="-342891" algn="l" rtl="0">
              <a:spcBef>
                <a:spcPts val="360"/>
              </a:spcBef>
              <a:spcAft>
                <a:spcPts val="0"/>
              </a:spcAft>
              <a:buClr>
                <a:schemeClr val="dk1"/>
              </a:buClr>
              <a:buSzPts val="1800"/>
              <a:buChar char="•"/>
              <a:defRPr/>
            </a:lvl3pPr>
            <a:lvl4pPr marL="1828754" lvl="3" indent="-342891" algn="l" rtl="0">
              <a:spcBef>
                <a:spcPts val="360"/>
              </a:spcBef>
              <a:spcAft>
                <a:spcPts val="0"/>
              </a:spcAft>
              <a:buClr>
                <a:schemeClr val="dk1"/>
              </a:buClr>
              <a:buSzPts val="1800"/>
              <a:buChar char="–"/>
              <a:defRPr/>
            </a:lvl4pPr>
            <a:lvl5pPr marL="2285943" lvl="4" indent="-342891" algn="l" rtl="0">
              <a:spcBef>
                <a:spcPts val="360"/>
              </a:spcBef>
              <a:spcAft>
                <a:spcPts val="0"/>
              </a:spcAft>
              <a:buClr>
                <a:schemeClr val="dk1"/>
              </a:buClr>
              <a:buSzPts val="1800"/>
              <a:buChar char="»"/>
              <a:defRPr/>
            </a:lvl5pPr>
            <a:lvl6pPr marL="2743131" lvl="5" indent="-342891" algn="l" rtl="0">
              <a:spcBef>
                <a:spcPts val="360"/>
              </a:spcBef>
              <a:spcAft>
                <a:spcPts val="0"/>
              </a:spcAft>
              <a:buClr>
                <a:schemeClr val="dk1"/>
              </a:buClr>
              <a:buSzPts val="1800"/>
              <a:buChar char="•"/>
              <a:defRPr/>
            </a:lvl6pPr>
            <a:lvl7pPr marL="3200320" lvl="6" indent="-342891" algn="l" rtl="0">
              <a:spcBef>
                <a:spcPts val="360"/>
              </a:spcBef>
              <a:spcAft>
                <a:spcPts val="0"/>
              </a:spcAft>
              <a:buClr>
                <a:schemeClr val="dk1"/>
              </a:buClr>
              <a:buSzPts val="1800"/>
              <a:buChar char="•"/>
              <a:defRPr/>
            </a:lvl7pPr>
            <a:lvl8pPr marL="3657509" lvl="7" indent="-342891" algn="l" rtl="0">
              <a:spcBef>
                <a:spcPts val="360"/>
              </a:spcBef>
              <a:spcAft>
                <a:spcPts val="0"/>
              </a:spcAft>
              <a:buClr>
                <a:schemeClr val="dk1"/>
              </a:buClr>
              <a:buSzPts val="1800"/>
              <a:buChar char="•"/>
              <a:defRPr/>
            </a:lvl8pPr>
            <a:lvl9pPr marL="4114697" lvl="8" indent="-342891"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1" y="-812858"/>
            <a:ext cx="5851500" cy="8026500"/>
          </a:xfrm>
          <a:prstGeom prst="rect">
            <a:avLst/>
          </a:prstGeom>
          <a:noFill/>
          <a:ln>
            <a:noFill/>
          </a:ln>
        </p:spPr>
        <p:txBody>
          <a:bodyPr spcFirstLastPara="1" wrap="square" lIns="91425" tIns="45700" rIns="91425" bIns="45700" anchor="t" anchorCtr="0">
            <a:normAutofit/>
          </a:bodyPr>
          <a:lstStyle>
            <a:lvl1pPr marL="457189" lvl="0" indent="-342891" algn="l" rtl="0">
              <a:spcBef>
                <a:spcPts val="360"/>
              </a:spcBef>
              <a:spcAft>
                <a:spcPts val="0"/>
              </a:spcAft>
              <a:buClr>
                <a:schemeClr val="dk1"/>
              </a:buClr>
              <a:buSzPts val="1800"/>
              <a:buChar char="•"/>
              <a:defRPr/>
            </a:lvl1pPr>
            <a:lvl2pPr marL="914377" lvl="1" indent="-342891" algn="l" rtl="0">
              <a:spcBef>
                <a:spcPts val="360"/>
              </a:spcBef>
              <a:spcAft>
                <a:spcPts val="0"/>
              </a:spcAft>
              <a:buClr>
                <a:schemeClr val="dk1"/>
              </a:buClr>
              <a:buSzPts val="1800"/>
              <a:buChar char="–"/>
              <a:defRPr/>
            </a:lvl2pPr>
            <a:lvl3pPr marL="1371566" lvl="2" indent="-342891" algn="l" rtl="0">
              <a:spcBef>
                <a:spcPts val="360"/>
              </a:spcBef>
              <a:spcAft>
                <a:spcPts val="0"/>
              </a:spcAft>
              <a:buClr>
                <a:schemeClr val="dk1"/>
              </a:buClr>
              <a:buSzPts val="1800"/>
              <a:buChar char="•"/>
              <a:defRPr/>
            </a:lvl3pPr>
            <a:lvl4pPr marL="1828754" lvl="3" indent="-342891" algn="l" rtl="0">
              <a:spcBef>
                <a:spcPts val="360"/>
              </a:spcBef>
              <a:spcAft>
                <a:spcPts val="0"/>
              </a:spcAft>
              <a:buClr>
                <a:schemeClr val="dk1"/>
              </a:buClr>
              <a:buSzPts val="1800"/>
              <a:buChar char="–"/>
              <a:defRPr/>
            </a:lvl4pPr>
            <a:lvl5pPr marL="2285943" lvl="4" indent="-342891" algn="l" rtl="0">
              <a:spcBef>
                <a:spcPts val="360"/>
              </a:spcBef>
              <a:spcAft>
                <a:spcPts val="0"/>
              </a:spcAft>
              <a:buClr>
                <a:schemeClr val="dk1"/>
              </a:buClr>
              <a:buSzPts val="1800"/>
              <a:buChar char="»"/>
              <a:defRPr/>
            </a:lvl5pPr>
            <a:lvl6pPr marL="2743131" lvl="5" indent="-342891" algn="l" rtl="0">
              <a:spcBef>
                <a:spcPts val="360"/>
              </a:spcBef>
              <a:spcAft>
                <a:spcPts val="0"/>
              </a:spcAft>
              <a:buClr>
                <a:schemeClr val="dk1"/>
              </a:buClr>
              <a:buSzPts val="1800"/>
              <a:buChar char="•"/>
              <a:defRPr/>
            </a:lvl6pPr>
            <a:lvl7pPr marL="3200320" lvl="6" indent="-342891" algn="l" rtl="0">
              <a:spcBef>
                <a:spcPts val="360"/>
              </a:spcBef>
              <a:spcAft>
                <a:spcPts val="0"/>
              </a:spcAft>
              <a:buClr>
                <a:schemeClr val="dk1"/>
              </a:buClr>
              <a:buSzPts val="1800"/>
              <a:buChar char="•"/>
              <a:defRPr/>
            </a:lvl7pPr>
            <a:lvl8pPr marL="3657509" lvl="7" indent="-342891" algn="l" rtl="0">
              <a:spcBef>
                <a:spcPts val="360"/>
              </a:spcBef>
              <a:spcAft>
                <a:spcPts val="0"/>
              </a:spcAft>
              <a:buClr>
                <a:schemeClr val="dk1"/>
              </a:buClr>
              <a:buSzPts val="1800"/>
              <a:buChar char="•"/>
              <a:defRPr/>
            </a:lvl8pPr>
            <a:lvl9pPr marL="4114697" lvl="8" indent="-342891"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1"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1"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1"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fld id="{00000000-1234-1234-1234-123412341234}" type="slidenum">
              <a:rPr lang="en-GB" smtClean="0"/>
              <a:pPr/>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1" y="5991368"/>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hacker-hub8/qurik"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select2.github.io/" TargetMode="External"/><Relationship Id="rId13" Type="http://schemas.openxmlformats.org/officeDocument/2006/relationships/hyperlink" Target="https://ipapi.co/" TargetMode="External"/><Relationship Id="rId18" Type="http://schemas.openxmlformats.org/officeDocument/2006/relationships/hyperlink" Target="https://popper.js.org/" TargetMode="External"/><Relationship Id="rId3" Type="http://schemas.openxmlformats.org/officeDocument/2006/relationships/hyperlink" Target="https://fontawesome.com/" TargetMode="External"/><Relationship Id="rId7" Type="http://schemas.openxmlformats.org/officeDocument/2006/relationships/hyperlink" Target="https://github.com/almasaeed2010/AdminLTE" TargetMode="External"/><Relationship Id="rId12" Type="http://schemas.openxmlformats.org/officeDocument/2006/relationships/hyperlink" Target="https://ip.nf/" TargetMode="External"/><Relationship Id="rId17" Type="http://schemas.openxmlformats.org/officeDocument/2006/relationships/hyperlink" Target="https://abpetkov.github.io/switchery" TargetMode="External"/><Relationship Id="rId2" Type="http://schemas.openxmlformats.org/officeDocument/2006/relationships/notesSlide" Target="../notesSlides/notesSlide12.xml"/><Relationship Id="rId16" Type="http://schemas.openxmlformats.org/officeDocument/2006/relationships/hyperlink" Target="https://www.iphunter.info/" TargetMode="External"/><Relationship Id="rId20" Type="http://schemas.openxmlformats.org/officeDocument/2006/relationships/hyperlink" Target="https://www.cloudflare.com/" TargetMode="External"/><Relationship Id="rId1" Type="http://schemas.openxmlformats.org/officeDocument/2006/relationships/slideLayout" Target="../slideLayouts/slideLayout2.xml"/><Relationship Id="rId6" Type="http://schemas.openxmlformats.org/officeDocument/2006/relationships/hyperlink" Target="https://jquery.com/" TargetMode="External"/><Relationship Id="rId11" Type="http://schemas.openxmlformats.org/officeDocument/2006/relationships/hyperlink" Target="https://www.flag-sprites.com/" TargetMode="External"/><Relationship Id="rId5" Type="http://schemas.openxmlformats.org/officeDocument/2006/relationships/hyperlink" Target="https://datatables.net/" TargetMode="External"/><Relationship Id="rId15" Type="http://schemas.openxmlformats.org/officeDocument/2006/relationships/hyperlink" Target="https://proxycheck.io/" TargetMode="External"/><Relationship Id="rId10" Type="http://schemas.openxmlformats.org/officeDocument/2006/relationships/hyperlink" Target="https://www.chartjs.org/" TargetMode="External"/><Relationship Id="rId19" Type="http://schemas.openxmlformats.org/officeDocument/2006/relationships/hyperlink" Target="https://github.com/KingSora/OverlayScrollbars" TargetMode="External"/><Relationship Id="rId4" Type="http://schemas.openxmlformats.org/officeDocument/2006/relationships/hyperlink" Target="https://getbootstrap.com/" TargetMode="External"/><Relationship Id="rId9" Type="http://schemas.openxmlformats.org/officeDocument/2006/relationships/hyperlink" Target="https://github.com/openlayers/openlayers" TargetMode="External"/><Relationship Id="rId14" Type="http://schemas.openxmlformats.org/officeDocument/2006/relationships/hyperlink" Target="https://iphub.info/"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1"/>
            <a:ext cx="10363200" cy="962899"/>
          </a:xfrm>
          <a:prstGeom prst="rect">
            <a:avLst/>
          </a:prstGeom>
          <a:noFill/>
          <a:ln>
            <a:noFill/>
          </a:ln>
        </p:spPr>
        <p:txBody>
          <a:bodyPr spcFirstLastPara="1" wrap="square" lIns="91425" tIns="45700" rIns="91425" bIns="45700" anchor="ctr" anchorCtr="0">
            <a:noAutofit/>
          </a:bodyPr>
          <a:lstStyle/>
          <a:p>
            <a:pPr algn="ctr"/>
            <a:r>
              <a:rPr lang="en-US" sz="2400" dirty="0">
                <a:solidFill>
                  <a:schemeClr val="tx1"/>
                </a:solidFill>
                <a:latin typeface="Cambria" panose="02040503050406030204" pitchFamily="18" charset="0"/>
                <a:ea typeface="Cambria" panose="02040503050406030204" pitchFamily="18" charset="0"/>
              </a:rPr>
              <a:t>Establishing a Server log system for E-governance with appropriate notification and content based classification of log AICTE</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36660" y="2032000"/>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dirty="0">
                <a:latin typeface="Cambria" panose="02040503050406030204" pitchFamily="18" charset="0"/>
                <a:ea typeface="Cambria" panose="02040503050406030204" pitchFamily="18" charset="0"/>
              </a:rPr>
              <a:t>Batch Number:</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949799" y="2513341"/>
            <a:ext cx="5514300" cy="2020560"/>
          </a:xfrm>
          <a:prstGeom prst="rect">
            <a:avLst/>
          </a:prstGeom>
          <a:noFill/>
          <a:ln>
            <a:noFill/>
          </a:ln>
        </p:spPr>
        <p:txBody>
          <a:bodyPr spcFirstLastPara="1" wrap="square" lIns="91425" tIns="45700" rIns="91425" bIns="45700" anchor="t" anchorCtr="0">
            <a:normAutofit lnSpcReduction="10000"/>
          </a:bodyPr>
          <a:lstStyle/>
          <a:p>
            <a:pPr>
              <a:buClr>
                <a:srgbClr val="17365D"/>
              </a:buClr>
              <a:buSzPts val="2000"/>
            </a:pPr>
            <a:r>
              <a:rPr lang="en-GB" sz="1800" b="1"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algn="ctr">
              <a:spcBef>
                <a:spcPts val="400"/>
              </a:spcBef>
              <a:buClr>
                <a:srgbClr val="17365D"/>
              </a:buClr>
              <a:buSzPts val="2000"/>
            </a:pPr>
            <a:endParaRPr sz="2000" b="1"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a:sym typeface="Verdana"/>
              </a:rPr>
              <a:t>Guide - Dr. </a:t>
            </a:r>
            <a:r>
              <a:rPr lang="en-GB" sz="1700" b="1" dirty="0" err="1">
                <a:solidFill>
                  <a:srgbClr val="17365D"/>
                </a:solidFill>
                <a:latin typeface="Cambria" panose="02040503050406030204" pitchFamily="18" charset="0"/>
                <a:ea typeface="Cambria" panose="02040503050406030204" pitchFamily="18" charset="0"/>
                <a:cs typeface="Verdana"/>
                <a:sym typeface="Verdana"/>
              </a:rPr>
              <a:t>Sharmasth</a:t>
            </a:r>
            <a:r>
              <a:rPr lang="en-GB" sz="1700" b="1" dirty="0">
                <a:solidFill>
                  <a:srgbClr val="17365D"/>
                </a:solidFill>
                <a:latin typeface="Cambria" panose="02040503050406030204" pitchFamily="18" charset="0"/>
                <a:ea typeface="Cambria" panose="02040503050406030204" pitchFamily="18" charset="0"/>
                <a:cs typeface="Verdana"/>
                <a:sym typeface="Verdana"/>
              </a:rPr>
              <a:t> Vali</a:t>
            </a:r>
          </a:p>
          <a:p>
            <a:pPr>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a:sym typeface="Verdana"/>
              </a:rPr>
              <a:t>Reviewer - Ms. Soumya </a:t>
            </a:r>
          </a:p>
          <a:p>
            <a:pPr>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a:sym typeface="Verdana"/>
              </a:rPr>
              <a:t>Presidency University</a:t>
            </a:r>
          </a:p>
          <a:p>
            <a:pPr>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sym typeface="Verdana"/>
              </a:rPr>
              <a:t>( Cyber Security )</a:t>
            </a:r>
            <a:endParaRPr dirty="0">
              <a:latin typeface="Cambria" panose="02040503050406030204" pitchFamily="18" charset="0"/>
              <a:ea typeface="Cambria" panose="02040503050406030204" pitchFamily="18" charset="0"/>
            </a:endParaRPr>
          </a:p>
          <a:p>
            <a:pPr>
              <a:spcBef>
                <a:spcPts val="400"/>
              </a:spcBef>
              <a:buClr>
                <a:srgbClr val="17365D"/>
              </a:buClr>
              <a:buSzPts val="2000"/>
            </a:pPr>
            <a:endParaRPr sz="2000" b="1"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679775538"/>
              </p:ext>
            </p:extLst>
          </p:nvPr>
        </p:nvGraphicFramePr>
        <p:xfrm>
          <a:off x="457724" y="2721841"/>
          <a:ext cx="5514300" cy="2286060"/>
        </p:xfrm>
        <a:graphic>
          <a:graphicData uri="http://schemas.openxmlformats.org/drawingml/2006/table">
            <a:tbl>
              <a:tblPr firstRow="1" bandRow="1">
                <a:noFill/>
                <a:tableStyleId>{57690726-49DA-4552-BDEB-330DD8EA8BD9}</a:tableStyleId>
              </a:tblPr>
              <a:tblGrid>
                <a:gridCol w="2121795">
                  <a:extLst>
                    <a:ext uri="{9D8B030D-6E8A-4147-A177-3AD203B41FA5}">
                      <a16:colId xmlns:a16="http://schemas.microsoft.com/office/drawing/2014/main" val="20000"/>
                    </a:ext>
                  </a:extLst>
                </a:gridCol>
                <a:gridCol w="3392505">
                  <a:extLst>
                    <a:ext uri="{9D8B030D-6E8A-4147-A177-3AD203B41FA5}">
                      <a16:colId xmlns:a16="http://schemas.microsoft.com/office/drawing/2014/main" val="20001"/>
                    </a:ext>
                  </a:extLst>
                </a:gridCol>
              </a:tblGrid>
              <a:tr h="380326">
                <a:tc>
                  <a:txBody>
                    <a:bodyPr/>
                    <a:lstStyle/>
                    <a:p>
                      <a:pPr marL="0" marR="0" lvl="1" indent="0" algn="ctr" rtl="0">
                        <a:spcBef>
                          <a:spcPts val="0"/>
                        </a:spcBef>
                        <a:spcAft>
                          <a:spcPts val="0"/>
                        </a:spcAft>
                        <a:buNone/>
                      </a:pPr>
                      <a:r>
                        <a:rPr lang="en-GB" sz="1900" b="1" u="none" strike="noStrike" cap="none" dirty="0">
                          <a:solidFill>
                            <a:srgbClr val="17365D"/>
                          </a:solidFill>
                        </a:rPr>
                        <a:t>Roll Number                </a:t>
                      </a:r>
                      <a:endParaRPr sz="1900" b="1" u="none" strike="noStrike" cap="none" dirty="0">
                        <a:solidFill>
                          <a:srgbClr val="17365D"/>
                        </a:solidFill>
                      </a:endParaRPr>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900" b="1" u="none" strike="noStrike" cap="none" dirty="0">
                          <a:solidFill>
                            <a:srgbClr val="17365D"/>
                          </a:solidFill>
                        </a:rPr>
                        <a:t>Student Name</a:t>
                      </a:r>
                      <a:endParaRPr sz="1900" b="1" u="none" strike="noStrike" cap="none" dirty="0">
                        <a:solidFill>
                          <a:srgbClr val="17365D"/>
                        </a:solidFill>
                      </a:endParaRPr>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80326">
                <a:tc>
                  <a:txBody>
                    <a:bodyPr/>
                    <a:lstStyle/>
                    <a:p>
                      <a:pPr marL="0" marR="0" lvl="0" indent="0" algn="ctr" rtl="0">
                        <a:spcBef>
                          <a:spcPts val="0"/>
                        </a:spcBef>
                        <a:spcAft>
                          <a:spcPts val="0"/>
                        </a:spcAft>
                        <a:buFont typeface="+mj-lt"/>
                        <a:buNone/>
                      </a:pPr>
                      <a:endParaRPr sz="1900" u="none" strike="noStrike" cap="none" dirty="0"/>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900" u="none" strike="noStrike" cap="none" dirty="0"/>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80326">
                <a:tc>
                  <a:txBody>
                    <a:bodyPr/>
                    <a:lstStyle/>
                    <a:p>
                      <a:pPr marL="0" marR="0" lvl="0" indent="0" algn="ctr" rtl="0">
                        <a:spcBef>
                          <a:spcPts val="0"/>
                        </a:spcBef>
                        <a:spcAft>
                          <a:spcPts val="0"/>
                        </a:spcAft>
                        <a:buNone/>
                      </a:pPr>
                      <a:endParaRPr sz="1900" u="none" strike="noStrike" cap="none" dirty="0"/>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900" u="none" strike="noStrike" cap="none" dirty="0"/>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80326">
                <a:tc>
                  <a:txBody>
                    <a:bodyPr/>
                    <a:lstStyle/>
                    <a:p>
                      <a:pPr marL="0" marR="0" lvl="0" indent="0" algn="ctr" rtl="0">
                        <a:spcBef>
                          <a:spcPts val="0"/>
                        </a:spcBef>
                        <a:spcAft>
                          <a:spcPts val="0"/>
                        </a:spcAft>
                        <a:buNone/>
                      </a:pPr>
                      <a:endParaRPr sz="1900" u="none" strike="noStrike" cap="none" dirty="0"/>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900" u="none" strike="noStrike" cap="none" dirty="0"/>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80326">
                <a:tc>
                  <a:txBody>
                    <a:bodyPr/>
                    <a:lstStyle/>
                    <a:p>
                      <a:pPr marL="0" marR="0" lvl="0" indent="0" algn="ctr" rtl="0">
                        <a:spcBef>
                          <a:spcPts val="0"/>
                        </a:spcBef>
                        <a:spcAft>
                          <a:spcPts val="0"/>
                        </a:spcAft>
                        <a:buNone/>
                      </a:pPr>
                      <a:endParaRPr sz="1900" u="none" strike="noStrike" cap="none" dirty="0"/>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900" u="none" strike="noStrike" cap="none" dirty="0"/>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80326">
                <a:tc>
                  <a:txBody>
                    <a:bodyPr/>
                    <a:lstStyle/>
                    <a:p>
                      <a:pPr marL="0" marR="0" lvl="0" indent="0" algn="ctr" rtl="0">
                        <a:spcBef>
                          <a:spcPts val="0"/>
                        </a:spcBef>
                        <a:spcAft>
                          <a:spcPts val="0"/>
                        </a:spcAft>
                        <a:buNone/>
                      </a:pPr>
                      <a:endParaRPr sz="1900" u="none" strike="noStrike" cap="none" dirty="0"/>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900" u="none" strike="noStrike" cap="none" dirty="0"/>
                    </a:p>
                  </a:txBody>
                  <a:tcPr marL="91451" marR="91451"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6" y="136441"/>
            <a:ext cx="5498973" cy="729371"/>
          </a:xfrm>
          <a:prstGeom prst="rect">
            <a:avLst/>
          </a:prstGeom>
          <a:noFill/>
          <a:ln>
            <a:noFill/>
          </a:ln>
        </p:spPr>
        <p:txBody>
          <a:bodyPr spcFirstLastPara="1" wrap="square" lIns="91425" tIns="45700" rIns="91425" bIns="45700" anchor="t" anchorCtr="0">
            <a:noAutofit/>
          </a:bodyPr>
          <a:lstStyle/>
          <a:p>
            <a:pPr algn="ctr">
              <a:buClr>
                <a:srgbClr val="17365D"/>
              </a:buClr>
              <a:buSzPct val="100000"/>
            </a:pPr>
            <a:r>
              <a:rPr lang="en-GB" sz="1800" b="1" dirty="0">
                <a:solidFill>
                  <a:srgbClr val="17365D"/>
                </a:solidFill>
                <a:latin typeface="Cambria" panose="02040503050406030204" pitchFamily="18" charset="0"/>
                <a:ea typeface="Cambria" panose="02040503050406030204" pitchFamily="18" charset="0"/>
                <a:cs typeface="Verdana"/>
                <a:sym typeface="Verdana"/>
              </a:rPr>
              <a:t>CSE7101- Capstone Project</a:t>
            </a:r>
            <a:endParaRPr sz="1800" dirty="0">
              <a:latin typeface="Cambria" panose="02040503050406030204" pitchFamily="18" charset="0"/>
              <a:ea typeface="Cambria" panose="02040503050406030204" pitchFamily="18" charset="0"/>
            </a:endParaRPr>
          </a:p>
          <a:p>
            <a:pPr algn="ctr">
              <a:spcBef>
                <a:spcPts val="311"/>
              </a:spcBef>
              <a:buClr>
                <a:srgbClr val="17365D"/>
              </a:buClr>
              <a:buSzPct val="100000"/>
            </a:pPr>
            <a:r>
              <a:rPr lang="en-GB" sz="1800" b="1" dirty="0">
                <a:solidFill>
                  <a:srgbClr val="17365D"/>
                </a:solidFill>
                <a:latin typeface="Cambria" panose="02040503050406030204" pitchFamily="18" charset="0"/>
                <a:ea typeface="Cambria" panose="02040503050406030204" pitchFamily="18" charset="0"/>
                <a:cs typeface="Verdana"/>
                <a:sym typeface="Verdana"/>
              </a:rPr>
              <a:t>Review-1</a:t>
            </a:r>
            <a:endParaRPr sz="1800" b="1"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 y="4533901"/>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Program: </a:t>
            </a: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Anandaraj S.P</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a:t>
            </a:r>
            <a:r>
              <a:rPr lang="en-IN" sz="1800" b="1" dirty="0" err="1"/>
              <a:t>Sharmasth</a:t>
            </a:r>
            <a:r>
              <a:rPr lang="en-IN" sz="1800" b="1" dirty="0"/>
              <a:t> Vali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dirty="0">
                <a:solidFill>
                  <a:schemeClr val="tx1"/>
                </a:solidFill>
                <a:latin typeface="Cambria" panose="02040503050406030204" pitchFamily="18" charset="0"/>
                <a:ea typeface="Cambria" panose="02040503050406030204" pitchFamily="18" charset="0"/>
                <a:cs typeface="Verdana"/>
                <a:sym typeface="Verdana"/>
              </a:rPr>
              <a:t>Dr. </a:t>
            </a:r>
            <a:r>
              <a:rPr lang="en-US" sz="1800" b="1"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dirty="0">
                <a:solidFill>
                  <a:schemeClr val="tx1"/>
                </a:solidFill>
                <a:latin typeface="Cambria" panose="02040503050406030204" pitchFamily="18" charset="0"/>
                <a:ea typeface="Cambria" panose="02040503050406030204" pitchFamily="18" charset="0"/>
                <a:cs typeface="Verdana"/>
                <a:sym typeface="Verdana"/>
              </a:rPr>
              <a:t> A </a:t>
            </a:r>
            <a:endParaRPr sz="1800" b="1"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27987DA8-6310-2AC0-2DE4-0D23132691D8}"/>
              </a:ext>
            </a:extLst>
          </p:cNvPr>
          <p:cNvGraphicFramePr>
            <a:graphicFrameLocks noGrp="1"/>
          </p:cNvGraphicFramePr>
          <p:nvPr>
            <p:extLst>
              <p:ext uri="{D42A27DB-BD31-4B8C-83A1-F6EECF244321}">
                <p14:modId xmlns:p14="http://schemas.microsoft.com/office/powerpoint/2010/main" val="3670342314"/>
              </p:ext>
            </p:extLst>
          </p:nvPr>
        </p:nvGraphicFramePr>
        <p:xfrm>
          <a:off x="671907" y="3186820"/>
          <a:ext cx="4628254" cy="1112520"/>
        </p:xfrm>
        <a:graphic>
          <a:graphicData uri="http://schemas.openxmlformats.org/drawingml/2006/table">
            <a:tbl>
              <a:tblPr firstRow="1" bandRow="1"/>
              <a:tblGrid>
                <a:gridCol w="2314127">
                  <a:extLst>
                    <a:ext uri="{9D8B030D-6E8A-4147-A177-3AD203B41FA5}">
                      <a16:colId xmlns:a16="http://schemas.microsoft.com/office/drawing/2014/main" val="869078806"/>
                    </a:ext>
                  </a:extLst>
                </a:gridCol>
                <a:gridCol w="2314127">
                  <a:extLst>
                    <a:ext uri="{9D8B030D-6E8A-4147-A177-3AD203B41FA5}">
                      <a16:colId xmlns:a16="http://schemas.microsoft.com/office/drawing/2014/main" val="3071596097"/>
                    </a:ext>
                  </a:extLst>
                </a:gridCol>
              </a:tblGrid>
              <a:tr h="370840">
                <a:tc>
                  <a:txBody>
                    <a:bodyPr/>
                    <a:lstStyle/>
                    <a:p>
                      <a:r>
                        <a:rPr lang="en-IN" dirty="0"/>
                        <a:t>20231CCS3008</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Sampath Kumar MS</a:t>
                      </a:r>
                      <a:endParaRPr lang="en-IN" dirty="0"/>
                    </a:p>
                  </a:txBody>
                  <a:tcPr/>
                </a:tc>
                <a:extLst>
                  <a:ext uri="{0D108BD9-81ED-4DB2-BD59-A6C34878D82A}">
                    <a16:rowId xmlns:a16="http://schemas.microsoft.com/office/drawing/2014/main" val="72872807"/>
                  </a:ext>
                </a:extLst>
              </a:tr>
              <a:tr h="370840">
                <a:tc>
                  <a:txBody>
                    <a:bodyPr/>
                    <a:lstStyle/>
                    <a:p>
                      <a:r>
                        <a:rPr lang="en-IN" dirty="0"/>
                        <a:t>20221CCS0145</a:t>
                      </a:r>
                    </a:p>
                  </a:txBody>
                  <a:tcPr/>
                </a:tc>
                <a:tc>
                  <a:txBody>
                    <a:bodyPr/>
                    <a:lstStyle/>
                    <a:p>
                      <a:pPr algn="ctr"/>
                      <a:r>
                        <a:rPr lang="en-US" dirty="0"/>
                        <a:t>Sumeet D</a:t>
                      </a:r>
                      <a:endParaRPr lang="en-IN" dirty="0"/>
                    </a:p>
                  </a:txBody>
                  <a:tcPr/>
                </a:tc>
                <a:extLst>
                  <a:ext uri="{0D108BD9-81ED-4DB2-BD59-A6C34878D82A}">
                    <a16:rowId xmlns:a16="http://schemas.microsoft.com/office/drawing/2014/main" val="3058650357"/>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20231CCS3007</a:t>
                      </a:r>
                    </a:p>
                  </a:txBody>
                  <a:tcPr/>
                </a:tc>
                <a:tc>
                  <a:txBody>
                    <a:bodyPr/>
                    <a:lstStyle/>
                    <a:p>
                      <a:pPr algn="ctr"/>
                      <a:r>
                        <a:rPr lang="en-US" dirty="0"/>
                        <a:t>Anup R </a:t>
                      </a:r>
                      <a:r>
                        <a:rPr lang="en-US" dirty="0" err="1"/>
                        <a:t>Ganiger</a:t>
                      </a:r>
                      <a:endParaRPr lang="en-IN" dirty="0"/>
                    </a:p>
                  </a:txBody>
                  <a:tcPr/>
                </a:tc>
                <a:extLst>
                  <a:ext uri="{0D108BD9-81ED-4DB2-BD59-A6C34878D82A}">
                    <a16:rowId xmlns:a16="http://schemas.microsoft.com/office/drawing/2014/main" val="237114023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891" indent="-190495" algn="just">
              <a:spcBef>
                <a:spcPts val="0"/>
              </a:spcBef>
              <a:buNone/>
            </a:pPr>
            <a:r>
              <a:rPr lang="en-US" sz="2000" b="1" dirty="0">
                <a:latin typeface="Cambria" panose="02040503050406030204" pitchFamily="18" charset="0"/>
                <a:ea typeface="Cambria" panose="02040503050406030204" pitchFamily="18" charset="0"/>
              </a:rPr>
              <a:t>Organization</a:t>
            </a:r>
            <a:r>
              <a:rPr lang="en-US" sz="2000" dirty="0">
                <a:latin typeface="Cambria" panose="02040503050406030204" pitchFamily="18" charset="0"/>
                <a:ea typeface="Cambria" panose="02040503050406030204" pitchFamily="18" charset="0"/>
              </a:rPr>
              <a:t>: </a:t>
            </a:r>
            <a:r>
              <a:rPr lang="en-IN" sz="2000" dirty="0"/>
              <a:t>AICTE</a:t>
            </a:r>
            <a:endParaRPr lang="en-US" sz="2000" dirty="0">
              <a:latin typeface="Cambria" panose="02040503050406030204" pitchFamily="18" charset="0"/>
              <a:ea typeface="Cambria" panose="02040503050406030204" pitchFamily="18" charset="0"/>
            </a:endParaRPr>
          </a:p>
          <a:p>
            <a:pPr marL="342891" indent="-190495" algn="just">
              <a:spcBef>
                <a:spcPts val="0"/>
              </a:spcBef>
              <a:buNone/>
            </a:pPr>
            <a:r>
              <a:rPr lang="en-US" sz="2000" b="1" dirty="0">
                <a:latin typeface="Cambria" panose="02040503050406030204" pitchFamily="18" charset="0"/>
                <a:ea typeface="Cambria" panose="02040503050406030204" pitchFamily="18" charset="0"/>
              </a:rPr>
              <a:t>Category</a:t>
            </a:r>
            <a:r>
              <a:rPr lang="en-US" sz="2000" dirty="0">
                <a:latin typeface="Cambria" panose="02040503050406030204" pitchFamily="18" charset="0"/>
                <a:ea typeface="Cambria" panose="02040503050406030204" pitchFamily="18" charset="0"/>
              </a:rPr>
              <a:t> : </a:t>
            </a:r>
            <a:r>
              <a:rPr lang="en-IN" sz="2000" dirty="0"/>
              <a:t>Software</a:t>
            </a:r>
            <a:endParaRPr lang="en-US" sz="2000" dirty="0">
              <a:latin typeface="Cambria" panose="02040503050406030204" pitchFamily="18" charset="0"/>
              <a:ea typeface="Cambria" panose="02040503050406030204" pitchFamily="18" charset="0"/>
            </a:endParaRPr>
          </a:p>
          <a:p>
            <a:pPr marL="342891" indent="-190495" algn="just">
              <a:spcBef>
                <a:spcPts val="0"/>
              </a:spcBef>
              <a:buNone/>
            </a:pPr>
            <a:r>
              <a:rPr lang="en-US" sz="2000" b="1" dirty="0">
                <a:latin typeface="Cambria" panose="02040503050406030204" pitchFamily="18" charset="0"/>
                <a:ea typeface="Cambria" panose="02040503050406030204" pitchFamily="18" charset="0"/>
              </a:rPr>
              <a:t>Problem Description</a:t>
            </a:r>
            <a:endParaRPr lang="en-US" sz="2000"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8D9128AE-0792-92FB-7B2F-6DF38CB78A4D}"/>
              </a:ext>
            </a:extLst>
          </p:cNvPr>
          <p:cNvSpPr txBox="1"/>
          <p:nvPr/>
        </p:nvSpPr>
        <p:spPr>
          <a:xfrm>
            <a:off x="893851" y="2398450"/>
            <a:ext cx="10586949" cy="3101105"/>
          </a:xfrm>
          <a:prstGeom prst="rect">
            <a:avLst/>
          </a:prstGeom>
          <a:noFill/>
        </p:spPr>
        <p:txBody>
          <a:bodyPr wrap="square">
            <a:spAutoFit/>
          </a:bodyPr>
          <a:lstStyle/>
          <a:p>
            <a:r>
              <a:rPr lang="en-US" dirty="0"/>
              <a:t>A server log system, also known as a log management system, is a software tool that records and stores log messages generated by various components and applications running on a server. It provides a centralized location for collecting, analyzing, and managing logs to monitor and troubleshoot system issues and performance problems. Here are some basic Requirement of a server log system: 1. Log Collection: The system collects log data from various sources, including operating systems, applications, services, and network devices. It can gather logs from different servers and consolidate them into a central repository. 2. Log Storage: Log entries are typically stored in a structured format, such as plain text files or a database. The system may also employ compression and archival mechanisms to optimize storage space and retain logs for an extended period. 3. Log Analysis and Search: The log system enables searching, filtering, and querying log data based on specific criteria, such as time range, log level, s for auditing, compliance, or performance analysis. 6. Log Retention and Compliance: Server logs retained for a certain period to comply with regulatory requirements or internal policies. The log system should support flexible retention</a:t>
            </a:r>
          </a:p>
          <a:p>
            <a:r>
              <a:rPr lang="en-US" dirty="0"/>
              <a:t>periods and secure storage to meet these obligations. 7. Integration and APIs: A robust log system offers APIs and integrations with other tools and systems. This allows developers and administrators to automate log analysis, integrate with security information and event management (SIEM) systems, or build custom</a:t>
            </a:r>
          </a:p>
          <a:p>
            <a:pPr marL="342891" indent="-190495">
              <a:lnSpc>
                <a:spcPct val="200000"/>
              </a:lnSpc>
              <a:spcBef>
                <a:spcPts val="0"/>
              </a:spcBef>
              <a:buNone/>
            </a:pPr>
            <a:endParaRPr lang="en-US" sz="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3"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288" indent="-342891"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288" indent="-342891"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288" indent="-342891"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288" indent="-342891"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288" indent="-342891"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p>
          <a:p>
            <a:pPr marL="495288" indent="-342891"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288" indent="-342891"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288" indent="-342891"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288" indent="-342891" algn="just">
              <a:lnSpc>
                <a:spcPct val="200000"/>
              </a:lnSpc>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288" indent="-342891" algn="just">
              <a:lnSpc>
                <a:spcPct val="200000"/>
              </a:lnSpc>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288" indent="-342891" algn="just">
              <a:lnSpc>
                <a:spcPct val="200000"/>
              </a:lnSpc>
              <a:spcBef>
                <a:spcPts val="0"/>
              </a:spcBef>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2E7BE89-0ED7-B9DE-FEE8-6074E4C2B4AC}"/>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0503AA5B-0A6F-0A75-D287-A4483F852F98}"/>
              </a:ext>
            </a:extLst>
          </p:cNvPr>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Problem Statement</a:t>
            </a:r>
            <a:endParaRPr dirty="0">
              <a:latin typeface="Cambria" panose="02040503050406030204" pitchFamily="18" charset="0"/>
              <a:ea typeface="Cambria" panose="02040503050406030204" pitchFamily="18" charset="0"/>
            </a:endParaRPr>
          </a:p>
        </p:txBody>
      </p:sp>
      <p:sp>
        <p:nvSpPr>
          <p:cNvPr id="12" name="Rectangle 9">
            <a:extLst>
              <a:ext uri="{FF2B5EF4-FFF2-40B4-BE49-F238E27FC236}">
                <a16:creationId xmlns:a16="http://schemas.microsoft.com/office/drawing/2014/main" id="{6BB4CDCB-4906-B548-69A6-78C2B58B133D}"/>
              </a:ext>
            </a:extLst>
          </p:cNvPr>
          <p:cNvSpPr>
            <a:spLocks noGrp="1" noChangeArrowheads="1"/>
          </p:cNvSpPr>
          <p:nvPr>
            <p:ph type="body" idx="1"/>
          </p:nvPr>
        </p:nvSpPr>
        <p:spPr bwMode="auto">
          <a:xfrm>
            <a:off x="812801" y="1690063"/>
            <a:ext cx="993471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Government &amp; enterprise applications generate massive logs.</a:t>
            </a:r>
          </a:p>
          <a:p>
            <a:pPr marL="285744" indent="-285744" eaLnBrk="0" fontAlgn="base" hangingPunct="0">
              <a:spcBef>
                <a:spcPct val="0"/>
              </a:spcBef>
              <a:spcAft>
                <a:spcPct val="0"/>
              </a:spcAft>
              <a:buClrTx/>
              <a:buSzTx/>
            </a:pPr>
            <a:endParaRPr lang="en-US" altLang="en-US" sz="2000" dirty="0">
              <a:solidFill>
                <a:schemeClr val="tx1"/>
              </a:solidFill>
              <a:latin typeface="Arial" panose="020B0604020202020204" pitchFamily="34" charset="0"/>
            </a:endParaRPr>
          </a:p>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Lack of proper </a:t>
            </a:r>
            <a:r>
              <a:rPr lang="en-US" altLang="en-US" sz="2000" b="1" dirty="0">
                <a:solidFill>
                  <a:schemeClr val="tx1"/>
                </a:solidFill>
                <a:latin typeface="Arial" panose="020B0604020202020204" pitchFamily="34" charset="0"/>
              </a:rPr>
              <a:t>log management</a:t>
            </a:r>
            <a:r>
              <a:rPr lang="en-US" altLang="en-US" sz="2000" dirty="0">
                <a:solidFill>
                  <a:schemeClr val="tx1"/>
                </a:solidFill>
                <a:latin typeface="Arial" panose="020B0604020202020204" pitchFamily="34" charset="0"/>
              </a:rPr>
              <a:t> leads to:</a:t>
            </a:r>
          </a:p>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Difficulty in detecting </a:t>
            </a:r>
            <a:r>
              <a:rPr lang="en-US" altLang="en-US" sz="2000" b="1" dirty="0">
                <a:solidFill>
                  <a:schemeClr val="tx1"/>
                </a:solidFill>
                <a:latin typeface="Arial" panose="020B0604020202020204" pitchFamily="34" charset="0"/>
              </a:rPr>
              <a:t>anomalies</a:t>
            </a:r>
            <a:r>
              <a:rPr lang="en-US" altLang="en-US" sz="2000" dirty="0">
                <a:solidFill>
                  <a:schemeClr val="tx1"/>
                </a:solidFill>
                <a:latin typeface="Arial" panose="020B0604020202020204" pitchFamily="34" charset="0"/>
              </a:rPr>
              <a:t>.</a:t>
            </a:r>
          </a:p>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Delay in responding to </a:t>
            </a:r>
            <a:r>
              <a:rPr lang="en-US" altLang="en-US" sz="2000" b="1" dirty="0">
                <a:solidFill>
                  <a:schemeClr val="tx1"/>
                </a:solidFill>
                <a:latin typeface="Arial" panose="020B0604020202020204" pitchFamily="34" charset="0"/>
              </a:rPr>
              <a:t>critical errors &amp; attacks</a:t>
            </a:r>
            <a:r>
              <a:rPr lang="en-US" altLang="en-US" sz="2000" dirty="0">
                <a:solidFill>
                  <a:schemeClr val="tx1"/>
                </a:solidFill>
                <a:latin typeface="Arial" panose="020B0604020202020204" pitchFamily="34" charset="0"/>
              </a:rPr>
              <a:t>.</a:t>
            </a:r>
          </a:p>
          <a:p>
            <a:pPr mar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No </a:t>
            </a:r>
            <a:r>
              <a:rPr lang="en-US" altLang="en-US" sz="2000" b="1" dirty="0">
                <a:solidFill>
                  <a:schemeClr val="tx1"/>
                </a:solidFill>
                <a:latin typeface="Arial" panose="020B0604020202020204" pitchFamily="34" charset="0"/>
              </a:rPr>
              <a:t>centralized repository</a:t>
            </a:r>
            <a:r>
              <a:rPr lang="en-US" altLang="en-US" sz="2000" dirty="0">
                <a:solidFill>
                  <a:schemeClr val="tx1"/>
                </a:solidFill>
                <a:latin typeface="Arial" panose="020B0604020202020204" pitchFamily="34" charset="0"/>
              </a:rPr>
              <a:t> for monitoring.</a:t>
            </a:r>
          </a:p>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Need for a </a:t>
            </a:r>
            <a:r>
              <a:rPr lang="en-US" altLang="en-US" sz="2000" b="1" dirty="0">
                <a:solidFill>
                  <a:schemeClr val="tx1"/>
                </a:solidFill>
                <a:latin typeface="Arial" panose="020B0604020202020204" pitchFamily="34" charset="0"/>
              </a:rPr>
              <a:t>robust system</a:t>
            </a:r>
            <a:r>
              <a:rPr lang="en-US" altLang="en-US" sz="2000" dirty="0">
                <a:solidFill>
                  <a:schemeClr val="tx1"/>
                </a:solidFill>
                <a:latin typeface="Arial" panose="020B0604020202020204" pitchFamily="34" charset="0"/>
              </a:rPr>
              <a:t> that collects, classifies, analyzes, and alerts in real-time.</a:t>
            </a:r>
            <a:br>
              <a:rPr lang="en-US" altLang="en-US" sz="2000" dirty="0">
                <a:solidFill>
                  <a:schemeClr val="tx1"/>
                </a:solidFill>
                <a:latin typeface="Arial" panose="020B0604020202020204" pitchFamily="34" charset="0"/>
              </a:rPr>
            </a:br>
            <a:r>
              <a:rPr lang="en-US" altLang="en-US" sz="2000" dirty="0">
                <a:solidFill>
                  <a:schemeClr val="tx1"/>
                </a:solidFill>
                <a:latin typeface="Arial" panose="020B0604020202020204" pitchFamily="34" charset="0"/>
              </a:rPr>
              <a:t>Manual log monitoring is time-consuming and error-prone.</a:t>
            </a:r>
          </a:p>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Current tools often fail to integrate with diverse platforms.</a:t>
            </a:r>
          </a:p>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Our solution focuses on </a:t>
            </a:r>
            <a:r>
              <a:rPr lang="en-US" altLang="en-US" sz="2000" b="1" dirty="0">
                <a:solidFill>
                  <a:schemeClr val="tx1"/>
                </a:solidFill>
                <a:latin typeface="Arial" panose="020B0604020202020204" pitchFamily="34" charset="0"/>
              </a:rPr>
              <a:t>automation + intelligence</a:t>
            </a:r>
            <a:r>
              <a:rPr lang="en-US" altLang="en-US" sz="2000" dirty="0">
                <a:solidFill>
                  <a:schemeClr val="tx1"/>
                </a:solidFill>
                <a:latin typeface="Arial" panose="020B0604020202020204" pitchFamily="34" charset="0"/>
              </a:rPr>
              <a:t> in monitoring.</a:t>
            </a:r>
          </a:p>
        </p:txBody>
      </p:sp>
    </p:spTree>
    <p:extLst>
      <p:ext uri="{BB962C8B-B14F-4D97-AF65-F5344CB8AC3E}">
        <p14:creationId xmlns:p14="http://schemas.microsoft.com/office/powerpoint/2010/main" val="503914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45CEC8B-F5BE-0F3B-39B2-BC5A63FD217D}"/>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97577084-D4C0-67DF-31F2-5C3FD2BE3F7D}"/>
              </a:ext>
            </a:extLst>
          </p:cNvPr>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pPr lvl="0"/>
            <a:r>
              <a:rPr lang="en-US"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6C6724AB-7C68-D58F-B595-1B3D9FDEA7E2}"/>
              </a:ext>
            </a:extLst>
          </p:cNvPr>
          <p:cNvSpPr txBox="1">
            <a:spLocks noGrp="1"/>
          </p:cNvSpPr>
          <p:nvPr>
            <p:ph type="body" idx="1"/>
          </p:nvPr>
        </p:nvSpPr>
        <p:spPr>
          <a:xfrm>
            <a:off x="655783" y="1466273"/>
            <a:ext cx="10668000" cy="3924299"/>
          </a:xfrm>
          <a:prstGeom prst="rect">
            <a:avLst/>
          </a:prstGeom>
          <a:noFill/>
          <a:ln>
            <a:noFill/>
          </a:ln>
        </p:spPr>
        <p:txBody>
          <a:bodyPr spcFirstLastPara="1" wrap="square" lIns="91425" tIns="45700" rIns="91425" bIns="45700" anchor="t" anchorCtr="0">
            <a:normAutofit/>
          </a:bodyPr>
          <a:lstStyle/>
          <a:p>
            <a:r>
              <a:rPr lang="en-IN" sz="2000" dirty="0"/>
              <a:t>Develop a </a:t>
            </a:r>
            <a:r>
              <a:rPr lang="en-IN" sz="2000" b="1" dirty="0"/>
              <a:t>centralized server log system</a:t>
            </a:r>
            <a:r>
              <a:rPr lang="en-IN" sz="2000" dirty="0"/>
              <a:t> for E-Governance.</a:t>
            </a:r>
          </a:p>
          <a:p>
            <a:r>
              <a:rPr lang="en-IN" sz="2000" dirty="0"/>
              <a:t>Implement </a:t>
            </a:r>
            <a:r>
              <a:rPr lang="en-IN" sz="2000" b="1" dirty="0"/>
              <a:t>content-based classification</a:t>
            </a:r>
            <a:r>
              <a:rPr lang="en-IN" sz="2000" dirty="0"/>
              <a:t> of logs (security, system, network).</a:t>
            </a:r>
          </a:p>
          <a:p>
            <a:r>
              <a:rPr lang="en-IN" sz="2000" dirty="0"/>
              <a:t>Enable </a:t>
            </a:r>
            <a:r>
              <a:rPr lang="en-IN" sz="2000" b="1" dirty="0"/>
              <a:t>real-time notifications</a:t>
            </a:r>
            <a:r>
              <a:rPr lang="en-IN" sz="2000" dirty="0"/>
              <a:t> for anomalies.</a:t>
            </a:r>
          </a:p>
          <a:p>
            <a:r>
              <a:rPr lang="en-IN" sz="2000" dirty="0"/>
              <a:t>Provide </a:t>
            </a:r>
            <a:r>
              <a:rPr lang="en-IN" sz="2000" b="1" dirty="0"/>
              <a:t>log visualization dashboards</a:t>
            </a:r>
            <a:r>
              <a:rPr lang="en-IN" sz="2000" dirty="0"/>
              <a:t> for easy monitoring.</a:t>
            </a:r>
          </a:p>
          <a:p>
            <a:r>
              <a:rPr lang="en-IN" sz="2000" dirty="0"/>
              <a:t>Ensure </a:t>
            </a:r>
            <a:r>
              <a:rPr lang="en-IN" sz="2000" b="1" dirty="0"/>
              <a:t>compliance, security, and scalability</a:t>
            </a:r>
            <a:r>
              <a:rPr lang="en-IN" sz="2000" dirty="0"/>
              <a:t>.</a:t>
            </a:r>
            <a:br>
              <a:rPr lang="en-IN" sz="2000" dirty="0"/>
            </a:br>
            <a:endParaRPr lang="en-IN" sz="2000" b="1" dirty="0"/>
          </a:p>
          <a:p>
            <a:r>
              <a:rPr lang="en-IN" sz="2000" dirty="0"/>
              <a:t>Support flexible storage and long-term log retention.</a:t>
            </a:r>
          </a:p>
          <a:p>
            <a:r>
              <a:rPr lang="en-IN" sz="2000" dirty="0"/>
              <a:t>Enhance decision-making through data-driven insights.</a:t>
            </a:r>
          </a:p>
          <a:p>
            <a:r>
              <a:rPr lang="en-IN" sz="2000" dirty="0"/>
              <a:t>Provide an extendable platform for future AI integration.</a:t>
            </a:r>
          </a:p>
          <a:p>
            <a:pPr marL="152396" indent="0" algn="just">
              <a:lnSpc>
                <a:spcPct val="200000"/>
              </a:lnSpc>
              <a:spcBef>
                <a:spcPts val="0"/>
              </a:spcBef>
              <a:buNone/>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05129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1F7021A-12B7-CA78-EE86-3E7023AC78A6}"/>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148BAB1C-8FCB-AFC3-BD71-99A9C700ADAE}"/>
              </a:ext>
            </a:extLst>
          </p:cNvPr>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Background and Related work for title Selection</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E31E8F37-B83A-EC5E-A3EA-9EEE170F7579}"/>
              </a:ext>
            </a:extLst>
          </p:cNvPr>
          <p:cNvSpPr>
            <a:spLocks noGrp="1" noChangeArrowheads="1"/>
          </p:cNvSpPr>
          <p:nvPr>
            <p:ph type="body" idx="1"/>
          </p:nvPr>
        </p:nvSpPr>
        <p:spPr bwMode="auto">
          <a:xfrm>
            <a:off x="655637" y="1536175"/>
            <a:ext cx="1082516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p>
            <a:pPr marL="342891" indent="-342891" eaLnBrk="0" fontAlgn="base" hangingPunct="0">
              <a:spcBef>
                <a:spcPct val="0"/>
              </a:spcBef>
              <a:spcAft>
                <a:spcPct val="0"/>
              </a:spcAft>
              <a:buClrTx/>
              <a:buSzTx/>
            </a:pPr>
            <a:r>
              <a:rPr lang="en-US" altLang="en-US" sz="2000" b="1" dirty="0">
                <a:solidFill>
                  <a:schemeClr val="tx1"/>
                </a:solidFill>
                <a:latin typeface="Arial" panose="020B0604020202020204" pitchFamily="34" charset="0"/>
              </a:rPr>
              <a:t>SIEM systems</a:t>
            </a:r>
            <a:r>
              <a:rPr lang="en-US" altLang="en-US" sz="2000" dirty="0">
                <a:solidFill>
                  <a:schemeClr val="tx1"/>
                </a:solidFill>
                <a:latin typeface="Arial" panose="020B0604020202020204" pitchFamily="34" charset="0"/>
              </a:rPr>
              <a:t> like Splunk, ELK Stack, </a:t>
            </a:r>
            <a:r>
              <a:rPr lang="en-US" altLang="en-US" sz="2000" dirty="0" err="1">
                <a:solidFill>
                  <a:schemeClr val="tx1"/>
                </a:solidFill>
                <a:latin typeface="Arial" panose="020B0604020202020204" pitchFamily="34" charset="0"/>
              </a:rPr>
              <a:t>Graylog</a:t>
            </a:r>
            <a:r>
              <a:rPr lang="en-US" altLang="en-US" sz="2000" dirty="0">
                <a:solidFill>
                  <a:schemeClr val="tx1"/>
                </a:solidFill>
                <a:latin typeface="Arial" panose="020B0604020202020204" pitchFamily="34" charset="0"/>
              </a:rPr>
              <a:t> → powerful but </a:t>
            </a:r>
            <a:r>
              <a:rPr lang="en-US" altLang="en-US" sz="2000" b="1" dirty="0">
                <a:solidFill>
                  <a:schemeClr val="tx1"/>
                </a:solidFill>
                <a:latin typeface="Arial" panose="020B0604020202020204" pitchFamily="34" charset="0"/>
              </a:rPr>
              <a:t>costly &amp; complex</a:t>
            </a:r>
            <a:r>
              <a:rPr lang="en-US" altLang="en-US" sz="2000" dirty="0">
                <a:solidFill>
                  <a:schemeClr val="tx1"/>
                </a:solidFill>
                <a:latin typeface="Arial" panose="020B0604020202020204" pitchFamily="34" charset="0"/>
              </a:rPr>
              <a:t>.</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Government organizations need </a:t>
            </a:r>
            <a:r>
              <a:rPr lang="en-US" altLang="en-US" sz="2000" b="1" dirty="0">
                <a:solidFill>
                  <a:schemeClr val="tx1"/>
                </a:solidFill>
                <a:latin typeface="Arial" panose="020B0604020202020204" pitchFamily="34" charset="0"/>
              </a:rPr>
              <a:t>affordable &amp; tailored</a:t>
            </a:r>
            <a:r>
              <a:rPr lang="en-US" altLang="en-US" sz="2000" dirty="0">
                <a:solidFill>
                  <a:schemeClr val="tx1"/>
                </a:solidFill>
                <a:latin typeface="Arial" panose="020B0604020202020204" pitchFamily="34" charset="0"/>
              </a:rPr>
              <a:t> log systems.</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Related work:</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Logstash for log aggregation.</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Cloudflare/</a:t>
            </a:r>
            <a:r>
              <a:rPr lang="en-US" altLang="en-US" sz="2000" dirty="0" err="1">
                <a:solidFill>
                  <a:schemeClr val="tx1"/>
                </a:solidFill>
                <a:latin typeface="Arial" panose="020B0604020202020204" pitchFamily="34" charset="0"/>
              </a:rPr>
              <a:t>Sucuri</a:t>
            </a:r>
            <a:r>
              <a:rPr lang="en-US" altLang="en-US" sz="2000" dirty="0">
                <a:solidFill>
                  <a:schemeClr val="tx1"/>
                </a:solidFill>
                <a:latin typeface="Arial" panose="020B0604020202020204" pitchFamily="34" charset="0"/>
              </a:rPr>
              <a:t> for web security monitoring.</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Our system → integrates </a:t>
            </a:r>
            <a:r>
              <a:rPr lang="en-US" altLang="en-US" sz="2000" b="1" dirty="0">
                <a:solidFill>
                  <a:schemeClr val="tx1"/>
                </a:solidFill>
                <a:latin typeface="Arial" panose="020B0604020202020204" pitchFamily="34" charset="0"/>
              </a:rPr>
              <a:t>logging + classification + alerting + security focus</a:t>
            </a:r>
            <a:r>
              <a:rPr lang="en-US" altLang="en-US" sz="2000" dirty="0">
                <a:solidFill>
                  <a:schemeClr val="tx1"/>
                </a:solidFill>
                <a:latin typeface="Arial" panose="020B0604020202020204" pitchFamily="34" charset="0"/>
              </a:rPr>
              <a:t> in one lightweight solution.</a:t>
            </a:r>
            <a:br>
              <a:rPr lang="en-US" altLang="en-US" sz="2000" dirty="0">
                <a:solidFill>
                  <a:schemeClr val="tx1"/>
                </a:solidFill>
                <a:latin typeface="Arial" panose="020B0604020202020204" pitchFamily="34" charset="0"/>
              </a:rPr>
            </a:br>
            <a:endParaRPr lang="en-US" altLang="en-US" sz="2000" dirty="0">
              <a:solidFill>
                <a:schemeClr val="tx1"/>
              </a:solidFill>
              <a:latin typeface="Arial" panose="020B0604020202020204" pitchFamily="34" charset="0"/>
            </a:endParaRP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Traditional log tools often lack real-time alert mechanisms.</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Existing solutions prioritize enterprises, not government-specific needs.</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This project fills a </a:t>
            </a:r>
            <a:r>
              <a:rPr lang="en-US" altLang="en-US" sz="2000" b="1" dirty="0">
                <a:solidFill>
                  <a:schemeClr val="tx1"/>
                </a:solidFill>
                <a:latin typeface="Arial" panose="020B0604020202020204" pitchFamily="34" charset="0"/>
              </a:rPr>
              <a:t>gap between complexity and usability</a:t>
            </a:r>
            <a:r>
              <a:rPr lang="en-US" altLang="en-US" sz="2000" dirty="0">
                <a:solidFill>
                  <a:schemeClr val="tx1"/>
                </a:solidFill>
                <a:latin typeface="Arial" panose="020B0604020202020204" pitchFamily="34" charset="0"/>
              </a:rPr>
              <a:t>.</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Easy to deploy , Easy to use , Easy to backup</a:t>
            </a:r>
          </a:p>
        </p:txBody>
      </p:sp>
    </p:spTree>
    <p:extLst>
      <p:ext uri="{BB962C8B-B14F-4D97-AF65-F5344CB8AC3E}">
        <p14:creationId xmlns:p14="http://schemas.microsoft.com/office/powerpoint/2010/main" val="2792314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C9F4DD0-E1C2-1E0C-D9DB-587AF02B122A}"/>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0DF3BA53-EDB4-FD44-3F38-C4F17AEADEDD}"/>
              </a:ext>
            </a:extLst>
          </p:cNvPr>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Analysis of Problem Statement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C068E635-5033-1F91-24C0-E8784B1BA9E5}"/>
              </a:ext>
            </a:extLst>
          </p:cNvPr>
          <p:cNvSpPr>
            <a:spLocks noGrp="1" noChangeArrowheads="1"/>
          </p:cNvSpPr>
          <p:nvPr>
            <p:ph type="body" idx="1"/>
          </p:nvPr>
        </p:nvSpPr>
        <p:spPr bwMode="auto">
          <a:xfrm>
            <a:off x="655639" y="1843952"/>
            <a:ext cx="1139606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none" lIns="91440" tIns="45720" rIns="91440" bIns="45720" numCol="1" anchor="ctr" anchorCtr="0" compatLnSpc="1">
            <a:prstTxWarp prst="textNoShape">
              <a:avLst/>
            </a:prstTxWarp>
            <a:spAutoFit/>
          </a:bodyPr>
          <a:lstStyle/>
          <a:p>
            <a:pPr marL="342891" indent="-342891" eaLnBrk="0" fontAlgn="base" hangingPunct="0">
              <a:spcBef>
                <a:spcPct val="0"/>
              </a:spcBef>
              <a:spcAft>
                <a:spcPct val="0"/>
              </a:spcAft>
              <a:buClrTx/>
              <a:buSzTx/>
            </a:pPr>
            <a:r>
              <a:rPr lang="en-US" altLang="en-US" sz="2000" b="1" dirty="0">
                <a:solidFill>
                  <a:schemeClr val="tx1"/>
                </a:solidFill>
                <a:latin typeface="Arial" panose="020B0604020202020204" pitchFamily="34" charset="0"/>
              </a:rPr>
              <a:t>Current log systems are:</a:t>
            </a:r>
          </a:p>
          <a:p>
            <a:pPr mar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Either too </a:t>
            </a:r>
            <a:r>
              <a:rPr lang="en-US" altLang="en-US" sz="2000" b="1" dirty="0">
                <a:solidFill>
                  <a:schemeClr val="tx1"/>
                </a:solidFill>
                <a:latin typeface="Arial" panose="020B0604020202020204" pitchFamily="34" charset="0"/>
              </a:rPr>
              <a:t>expensive</a:t>
            </a:r>
            <a:r>
              <a:rPr lang="en-US" altLang="en-US" sz="2000" dirty="0">
                <a:solidFill>
                  <a:schemeClr val="tx1"/>
                </a:solidFill>
                <a:latin typeface="Arial" panose="020B0604020202020204" pitchFamily="34" charset="0"/>
              </a:rPr>
              <a:t> or too </a:t>
            </a:r>
            <a:r>
              <a:rPr lang="en-US" altLang="en-US" sz="2000" b="1" dirty="0">
                <a:solidFill>
                  <a:schemeClr val="tx1"/>
                </a:solidFill>
                <a:latin typeface="Arial" panose="020B0604020202020204" pitchFamily="34" charset="0"/>
              </a:rPr>
              <a:t>basic</a:t>
            </a:r>
            <a:r>
              <a:rPr lang="en-US" altLang="en-US" sz="2000" dirty="0">
                <a:solidFill>
                  <a:schemeClr val="tx1"/>
                </a:solidFill>
                <a:latin typeface="Arial" panose="020B0604020202020204" pitchFamily="34" charset="0"/>
              </a:rPr>
              <a:t>.</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Do not offer </a:t>
            </a:r>
            <a:r>
              <a:rPr lang="en-US" altLang="en-US" sz="2000" b="1" dirty="0">
                <a:solidFill>
                  <a:schemeClr val="tx1"/>
                </a:solidFill>
                <a:latin typeface="Arial" panose="020B0604020202020204" pitchFamily="34" charset="0"/>
              </a:rPr>
              <a:t>real-time alerts</a:t>
            </a:r>
            <a:r>
              <a:rPr lang="en-US" altLang="en-US" sz="2000" dirty="0">
                <a:solidFill>
                  <a:schemeClr val="tx1"/>
                </a:solidFill>
                <a:latin typeface="Arial" panose="020B0604020202020204" pitchFamily="34" charset="0"/>
              </a:rPr>
              <a:t> &amp; </a:t>
            </a:r>
            <a:r>
              <a:rPr lang="en-US" altLang="en-US" sz="2000" b="1" dirty="0">
                <a:solidFill>
                  <a:schemeClr val="tx1"/>
                </a:solidFill>
                <a:latin typeface="Arial" panose="020B0604020202020204" pitchFamily="34" charset="0"/>
              </a:rPr>
              <a:t>custom classification</a:t>
            </a:r>
            <a:r>
              <a:rPr lang="en-US" altLang="en-US" sz="2000" dirty="0">
                <a:solidFill>
                  <a:schemeClr val="tx1"/>
                </a:solidFill>
                <a:latin typeface="Arial" panose="020B0604020202020204" pitchFamily="34" charset="0"/>
              </a:rPr>
              <a:t>.</a:t>
            </a:r>
          </a:p>
          <a:p>
            <a:pPr mar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For </a:t>
            </a:r>
            <a:r>
              <a:rPr lang="en-US" altLang="en-US" sz="2000" b="1" dirty="0">
                <a:solidFill>
                  <a:schemeClr val="tx1"/>
                </a:solidFill>
                <a:latin typeface="Arial" panose="020B0604020202020204" pitchFamily="34" charset="0"/>
              </a:rPr>
              <a:t>E-Governance</a:t>
            </a:r>
            <a:r>
              <a:rPr lang="en-US" altLang="en-US" sz="2000" dirty="0">
                <a:solidFill>
                  <a:schemeClr val="tx1"/>
                </a:solidFill>
                <a:latin typeface="Arial" panose="020B0604020202020204" pitchFamily="34" charset="0"/>
              </a:rPr>
              <a:t>, issues like fraud, cyberattacks, and downtime require a </a:t>
            </a:r>
            <a:r>
              <a:rPr lang="en-US" altLang="en-US" sz="2000" b="1" dirty="0">
                <a:solidFill>
                  <a:schemeClr val="tx1"/>
                </a:solidFill>
                <a:latin typeface="Arial" panose="020B0604020202020204" pitchFamily="34" charset="0"/>
              </a:rPr>
              <a:t>dedicated system</a:t>
            </a:r>
            <a:r>
              <a:rPr lang="en-US" altLang="en-US" sz="2000" dirty="0">
                <a:solidFill>
                  <a:schemeClr val="tx1"/>
                </a:solidFill>
                <a:latin typeface="Arial" panose="020B0604020202020204" pitchFamily="34" charset="0"/>
              </a:rPr>
              <a:t>.</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Proposed system → solves the gap by being </a:t>
            </a:r>
            <a:r>
              <a:rPr lang="en-US" altLang="en-US" sz="2000" b="1" dirty="0">
                <a:solidFill>
                  <a:schemeClr val="tx1"/>
                </a:solidFill>
                <a:latin typeface="Arial" panose="020B0604020202020204" pitchFamily="34" charset="0"/>
              </a:rPr>
              <a:t>cost-effective, modular, and security-oriented</a:t>
            </a:r>
            <a:r>
              <a:rPr lang="en-US" altLang="en-US" sz="2000" dirty="0">
                <a:solidFill>
                  <a:schemeClr val="tx1"/>
                </a:solidFill>
                <a:latin typeface="Arial" panose="020B0604020202020204" pitchFamily="34" charset="0"/>
              </a:rPr>
              <a:t>.</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Complexity of cyber threats makes advanced solutions necessary.</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Local storage without classification causes wasted time.</a:t>
            </a:r>
          </a:p>
          <a:p>
            <a:pPr marL="342891" indent="-342891" eaLnBrk="0" fontAlgn="base" hangingPunct="0">
              <a:spcBef>
                <a:spcPct val="0"/>
              </a:spcBef>
              <a:spcAft>
                <a:spcPct val="0"/>
              </a:spcAft>
              <a:buClrTx/>
              <a:buSzTx/>
            </a:pPr>
            <a:r>
              <a:rPr lang="en-US" altLang="en-US" sz="2000" dirty="0">
                <a:solidFill>
                  <a:schemeClr val="tx1"/>
                </a:solidFill>
                <a:latin typeface="Arial" panose="020B0604020202020204" pitchFamily="34" charset="0"/>
              </a:rPr>
              <a:t>Our approach emphasizes </a:t>
            </a:r>
            <a:r>
              <a:rPr lang="en-US" altLang="en-US" sz="2000" b="1" dirty="0">
                <a:solidFill>
                  <a:schemeClr val="tx1"/>
                </a:solidFill>
                <a:latin typeface="Arial" panose="020B0604020202020204" pitchFamily="34" charset="0"/>
              </a:rPr>
              <a:t>speed, accuracy, and reliability</a:t>
            </a:r>
            <a:r>
              <a:rPr lang="en-US" altLang="en-US" sz="2000" dirty="0">
                <a:solidFill>
                  <a:schemeClr val="tx1"/>
                </a:solidFill>
                <a:latin typeface="Arial" panose="020B0604020202020204" pitchFamily="34" charset="0"/>
              </a:rPr>
              <a:t>.</a:t>
            </a:r>
          </a:p>
        </p:txBody>
      </p:sp>
    </p:spTree>
    <p:extLst>
      <p:ext uri="{BB962C8B-B14F-4D97-AF65-F5344CB8AC3E}">
        <p14:creationId xmlns:p14="http://schemas.microsoft.com/office/powerpoint/2010/main" val="3365744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D0C32F4-8E19-D283-94F9-B505D3894259}"/>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D9E9EFB-EB3E-041F-F3D1-42FB4CB8EFC3}"/>
              </a:ext>
            </a:extLst>
          </p:cNvPr>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Innovation or Novel Contributions</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769832C4-BC23-6DE2-82BB-4014781CCF46}"/>
              </a:ext>
            </a:extLst>
          </p:cNvPr>
          <p:cNvSpPr>
            <a:spLocks noGrp="1" noChangeArrowheads="1"/>
          </p:cNvSpPr>
          <p:nvPr>
            <p:ph type="body" idx="1"/>
          </p:nvPr>
        </p:nvSpPr>
        <p:spPr bwMode="auto">
          <a:xfrm>
            <a:off x="655639" y="1843953"/>
            <a:ext cx="905889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none" lIns="91440" tIns="45720" rIns="91440" bIns="45720" numCol="1" anchor="ctr" anchorCtr="0" compatLnSpc="1">
            <a:prstTxWarp prst="textNoShape">
              <a:avLst/>
            </a:prstTxWarp>
            <a:spAutoFit/>
          </a:bodyPr>
          <a:lstStyle/>
          <a:p>
            <a:pPr marL="285744" indent="-285744" eaLnBrk="0" fontAlgn="base" hangingPunct="0">
              <a:spcBef>
                <a:spcPct val="0"/>
              </a:spcBef>
              <a:spcAft>
                <a:spcPct val="0"/>
              </a:spcAft>
              <a:buClrTx/>
              <a:buSzTx/>
            </a:pPr>
            <a:r>
              <a:rPr lang="en-US" altLang="en-US" sz="2000" b="1" dirty="0">
                <a:solidFill>
                  <a:schemeClr val="tx1"/>
                </a:solidFill>
                <a:latin typeface="Arial" panose="020B0604020202020204" pitchFamily="34" charset="0"/>
              </a:rPr>
              <a:t>Content-based classification</a:t>
            </a:r>
            <a:r>
              <a:rPr lang="en-US" altLang="en-US" sz="2000" dirty="0">
                <a:solidFill>
                  <a:schemeClr val="tx1"/>
                </a:solidFill>
                <a:latin typeface="Arial" panose="020B0604020202020204" pitchFamily="34" charset="0"/>
              </a:rPr>
              <a:t> (system logs, security logs, network logs).</a:t>
            </a:r>
          </a:p>
          <a:p>
            <a:pPr marL="285744" indent="-285744" eaLnBrk="0" fontAlgn="base" hangingPunct="0">
              <a:spcBef>
                <a:spcPct val="0"/>
              </a:spcBef>
              <a:spcAft>
                <a:spcPct val="0"/>
              </a:spcAft>
              <a:buClrTx/>
              <a:buSzTx/>
            </a:pPr>
            <a:r>
              <a:rPr lang="en-US" altLang="en-US" sz="2000" b="1" dirty="0">
                <a:solidFill>
                  <a:schemeClr val="tx1"/>
                </a:solidFill>
                <a:latin typeface="Arial" panose="020B0604020202020204" pitchFamily="34" charset="0"/>
              </a:rPr>
              <a:t>Real-time notification engine</a:t>
            </a:r>
            <a:r>
              <a:rPr lang="en-US" altLang="en-US" sz="2000" dirty="0">
                <a:solidFill>
                  <a:schemeClr val="tx1"/>
                </a:solidFill>
                <a:latin typeface="Arial" panose="020B0604020202020204" pitchFamily="34" charset="0"/>
              </a:rPr>
              <a:t> with threshold-based alerts.</a:t>
            </a:r>
          </a:p>
          <a:p>
            <a:pPr marL="285744" indent="-285744" eaLnBrk="0" fontAlgn="base" hangingPunct="0">
              <a:spcBef>
                <a:spcPct val="0"/>
              </a:spcBef>
              <a:spcAft>
                <a:spcPct val="0"/>
              </a:spcAft>
              <a:buClrTx/>
              <a:buSzTx/>
            </a:pPr>
            <a:r>
              <a:rPr lang="en-US" altLang="en-US" sz="2000" b="1" dirty="0">
                <a:solidFill>
                  <a:schemeClr val="tx1"/>
                </a:solidFill>
                <a:latin typeface="Arial" panose="020B0604020202020204" pitchFamily="34" charset="0"/>
              </a:rPr>
              <a:t>Backend-driven log storage</a:t>
            </a:r>
            <a:r>
              <a:rPr lang="en-US" altLang="en-US" sz="2000" dirty="0">
                <a:solidFill>
                  <a:schemeClr val="tx1"/>
                </a:solidFill>
                <a:latin typeface="Arial" panose="020B0604020202020204" pitchFamily="34" charset="0"/>
              </a:rPr>
              <a:t> with compression &amp; retention policies.</a:t>
            </a:r>
          </a:p>
          <a:p>
            <a:pPr marL="285744" indent="-285744" eaLnBrk="0" fontAlgn="base" hangingPunct="0">
              <a:spcBef>
                <a:spcPct val="0"/>
              </a:spcBef>
              <a:spcAft>
                <a:spcPct val="0"/>
              </a:spcAft>
              <a:buClrTx/>
              <a:buSzTx/>
            </a:pPr>
            <a:r>
              <a:rPr lang="en-US" altLang="en-US" sz="2000" b="1" dirty="0">
                <a:solidFill>
                  <a:schemeClr val="tx1"/>
                </a:solidFill>
                <a:latin typeface="Arial" panose="020B0604020202020204" pitchFamily="34" charset="0"/>
              </a:rPr>
              <a:t>Integrated security modules:</a:t>
            </a:r>
            <a:r>
              <a:rPr lang="en-US" altLang="en-US" sz="2000" dirty="0">
                <a:solidFill>
                  <a:schemeClr val="tx1"/>
                </a:solidFill>
                <a:latin typeface="Arial" panose="020B0604020202020204" pitchFamily="34" charset="0"/>
              </a:rPr>
              <a:t> SQL injection detection, proxy/bot detection.</a:t>
            </a:r>
          </a:p>
          <a:p>
            <a:pPr marL="285744" indent="-285744" eaLnBrk="0" fontAlgn="base" hangingPunct="0">
              <a:spcBef>
                <a:spcPct val="0"/>
              </a:spcBef>
              <a:spcAft>
                <a:spcPct val="0"/>
              </a:spcAft>
              <a:buClrTx/>
              <a:buSzTx/>
            </a:pPr>
            <a:r>
              <a:rPr lang="en-US" altLang="en-US" sz="2000" b="1" dirty="0">
                <a:solidFill>
                  <a:schemeClr val="tx1"/>
                </a:solidFill>
                <a:latin typeface="Arial" panose="020B0604020202020204" pitchFamily="34" charset="0"/>
              </a:rPr>
              <a:t>Interactive dashboards</a:t>
            </a:r>
            <a:r>
              <a:rPr lang="en-US" altLang="en-US" sz="2000" dirty="0">
                <a:solidFill>
                  <a:schemeClr val="tx1"/>
                </a:solidFill>
                <a:latin typeface="Arial" panose="020B0604020202020204" pitchFamily="34" charset="0"/>
              </a:rPr>
              <a:t> with graphs, analytics, and log trends.</a:t>
            </a:r>
          </a:p>
          <a:p>
            <a:pPr marL="285744" indent="-285744" eaLnBrk="0" fontAlgn="base" hangingPunct="0">
              <a:spcBef>
                <a:spcPct val="0"/>
              </a:spcBef>
              <a:spcAft>
                <a:spcPct val="0"/>
              </a:spcAft>
              <a:buClrTx/>
              <a:buSzTx/>
            </a:pPr>
            <a:r>
              <a:rPr lang="en-US" altLang="en-US" sz="2000" b="1" dirty="0">
                <a:solidFill>
                  <a:schemeClr val="tx1"/>
                </a:solidFill>
                <a:latin typeface="Arial" panose="020B0604020202020204" pitchFamily="34" charset="0"/>
              </a:rPr>
              <a:t>Modular design:</a:t>
            </a:r>
            <a:r>
              <a:rPr lang="en-US" altLang="en-US" sz="2000" dirty="0">
                <a:solidFill>
                  <a:schemeClr val="tx1"/>
                </a:solidFill>
                <a:latin typeface="Arial" panose="020B0604020202020204" pitchFamily="34" charset="0"/>
              </a:rPr>
              <a:t> Easily extendable with new security modules.</a:t>
            </a:r>
            <a:br>
              <a:rPr lang="en-US" altLang="en-US" sz="2000" dirty="0">
                <a:solidFill>
                  <a:schemeClr val="tx1"/>
                </a:solidFill>
                <a:latin typeface="Arial" panose="020B0604020202020204" pitchFamily="34" charset="0"/>
              </a:rPr>
            </a:br>
            <a:endParaRPr lang="en-US" altLang="en-US" sz="2000" dirty="0">
              <a:solidFill>
                <a:schemeClr val="tx1"/>
              </a:solidFill>
              <a:latin typeface="Arial" panose="020B0604020202020204" pitchFamily="34" charset="0"/>
            </a:endParaRPr>
          </a:p>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Combines features of monitoring + security in one platform.</a:t>
            </a:r>
          </a:p>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Designed for scalability to handle increasing data volumes.</a:t>
            </a:r>
          </a:p>
          <a:p>
            <a:pPr marL="285744" indent="-285744" eaLnBrk="0" fontAlgn="base" hangingPunct="0">
              <a:spcBef>
                <a:spcPct val="0"/>
              </a:spcBef>
              <a:spcAft>
                <a:spcPct val="0"/>
              </a:spcAft>
              <a:buClrTx/>
              <a:buSzTx/>
            </a:pPr>
            <a:r>
              <a:rPr lang="en-US" altLang="en-US" sz="2000" dirty="0">
                <a:solidFill>
                  <a:schemeClr val="tx1"/>
                </a:solidFill>
                <a:latin typeface="Arial" panose="020B0604020202020204" pitchFamily="34" charset="0"/>
              </a:rPr>
              <a:t>Emphasis on a </a:t>
            </a:r>
            <a:r>
              <a:rPr lang="en-US" altLang="en-US" sz="2000" b="1" dirty="0">
                <a:solidFill>
                  <a:schemeClr val="tx1"/>
                </a:solidFill>
                <a:latin typeface="Arial" panose="020B0604020202020204" pitchFamily="34" charset="0"/>
              </a:rPr>
              <a:t>user-friendly UI</a:t>
            </a:r>
            <a:r>
              <a:rPr lang="en-US" altLang="en-US" sz="2000" dirty="0">
                <a:solidFill>
                  <a:schemeClr val="tx1"/>
                </a:solidFill>
                <a:latin typeface="Arial" panose="020B0604020202020204" pitchFamily="34" charset="0"/>
              </a:rPr>
              <a:t> for both technical and non-technical users.</a:t>
            </a:r>
          </a:p>
        </p:txBody>
      </p:sp>
    </p:spTree>
    <p:extLst>
      <p:ext uri="{BB962C8B-B14F-4D97-AF65-F5344CB8AC3E}">
        <p14:creationId xmlns:p14="http://schemas.microsoft.com/office/powerpoint/2010/main" val="235025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A6BB3B5-95D0-C257-D7F5-085BFB0B43DD}"/>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20876B92-9BA6-F57D-88FD-69B86C30E719}"/>
              </a:ext>
            </a:extLst>
          </p:cNvPr>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r>
              <a:rPr lang="en-IN" dirty="0"/>
              <a:t>System Architecture</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82E09828-855E-9966-E50C-2579759C73C5}"/>
              </a:ext>
            </a:extLst>
          </p:cNvPr>
          <p:cNvSpPr>
            <a:spLocks noGrp="1" noChangeArrowheads="1"/>
          </p:cNvSpPr>
          <p:nvPr>
            <p:ph type="body" idx="1"/>
          </p:nvPr>
        </p:nvSpPr>
        <p:spPr bwMode="auto">
          <a:xfrm>
            <a:off x="716022" y="1194658"/>
            <a:ext cx="470136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p>
            <a:pPr marL="285744" indent="-285744" eaLnBrk="0" fontAlgn="base" hangingPunct="0">
              <a:spcBef>
                <a:spcPct val="0"/>
              </a:spcBef>
              <a:spcAft>
                <a:spcPct val="0"/>
              </a:spcAft>
              <a:buClrTx/>
              <a:buSzTx/>
            </a:pPr>
            <a:r>
              <a:rPr lang="en-US" altLang="en-US" sz="1800" b="1" dirty="0">
                <a:solidFill>
                  <a:schemeClr val="tx1"/>
                </a:solidFill>
                <a:latin typeface="Arial" panose="020B0604020202020204" pitchFamily="34" charset="0"/>
              </a:rPr>
              <a:t>Log Collection Layer</a:t>
            </a:r>
            <a:r>
              <a:rPr lang="en-US" altLang="en-US" sz="1800" dirty="0">
                <a:solidFill>
                  <a:schemeClr val="tx1"/>
                </a:solidFill>
                <a:latin typeface="Arial" panose="020B0604020202020204" pitchFamily="34" charset="0"/>
              </a:rPr>
              <a:t> → from servers, applications, and network devices.</a:t>
            </a:r>
          </a:p>
          <a:p>
            <a:pPr marL="285744" indent="-285744" eaLnBrk="0" fontAlgn="base" hangingPunct="0">
              <a:spcBef>
                <a:spcPct val="0"/>
              </a:spcBef>
              <a:spcAft>
                <a:spcPct val="0"/>
              </a:spcAft>
              <a:buClrTx/>
              <a:buSzTx/>
            </a:pPr>
            <a:r>
              <a:rPr lang="en-US" altLang="en-US" sz="1800" b="1" dirty="0">
                <a:solidFill>
                  <a:schemeClr val="tx1"/>
                </a:solidFill>
                <a:latin typeface="Arial" panose="020B0604020202020204" pitchFamily="34" charset="0"/>
              </a:rPr>
              <a:t>Backend Layer</a:t>
            </a:r>
            <a:r>
              <a:rPr lang="en-US" altLang="en-US" sz="1800" dirty="0">
                <a:solidFill>
                  <a:schemeClr val="tx1"/>
                </a:solidFill>
                <a:latin typeface="Arial" panose="020B0604020202020204" pitchFamily="34" charset="0"/>
              </a:rPr>
              <a:t> → Database + APIs for log storage &amp; retrieval.</a:t>
            </a:r>
          </a:p>
          <a:p>
            <a:pPr marL="285744" indent="-285744" eaLnBrk="0" fontAlgn="base" hangingPunct="0">
              <a:spcBef>
                <a:spcPct val="0"/>
              </a:spcBef>
              <a:spcAft>
                <a:spcPct val="0"/>
              </a:spcAft>
              <a:buClrTx/>
              <a:buSzTx/>
            </a:pPr>
            <a:r>
              <a:rPr lang="en-US" altLang="en-US" sz="1800" b="1" dirty="0">
                <a:solidFill>
                  <a:schemeClr val="tx1"/>
                </a:solidFill>
                <a:latin typeface="Arial" panose="020B0604020202020204" pitchFamily="34" charset="0"/>
              </a:rPr>
              <a:t>Analysis Engine</a:t>
            </a:r>
            <a:r>
              <a:rPr lang="en-US" altLang="en-US" sz="1800" dirty="0">
                <a:solidFill>
                  <a:schemeClr val="tx1"/>
                </a:solidFill>
                <a:latin typeface="Arial" panose="020B0604020202020204" pitchFamily="34" charset="0"/>
              </a:rPr>
              <a:t> → Log parsing, classification, anomaly detection.</a:t>
            </a:r>
          </a:p>
          <a:p>
            <a:pPr marL="285744" indent="-285744" eaLnBrk="0" fontAlgn="base" hangingPunct="0">
              <a:spcBef>
                <a:spcPct val="0"/>
              </a:spcBef>
              <a:spcAft>
                <a:spcPct val="0"/>
              </a:spcAft>
              <a:buClrTx/>
              <a:buSzTx/>
            </a:pPr>
            <a:r>
              <a:rPr lang="en-US" altLang="en-US" sz="1800" b="1" dirty="0">
                <a:solidFill>
                  <a:schemeClr val="tx1"/>
                </a:solidFill>
                <a:latin typeface="Arial" panose="020B0604020202020204" pitchFamily="34" charset="0"/>
              </a:rPr>
              <a:t>Alert &amp; Notification Module</a:t>
            </a:r>
            <a:r>
              <a:rPr lang="en-US" altLang="en-US" sz="1800" dirty="0">
                <a:solidFill>
                  <a:schemeClr val="tx1"/>
                </a:solidFill>
                <a:latin typeface="Arial" panose="020B0604020202020204" pitchFamily="34" charset="0"/>
              </a:rPr>
              <a:t> → Email/SMS/Push alerts.</a:t>
            </a:r>
          </a:p>
          <a:p>
            <a:pPr marL="285750" indent="-285750" eaLnBrk="0" fontAlgn="base" hangingPunct="0">
              <a:spcBef>
                <a:spcPct val="0"/>
              </a:spcBef>
              <a:spcAft>
                <a:spcPct val="0"/>
              </a:spcAft>
              <a:buClrTx/>
              <a:buSzTx/>
            </a:pPr>
            <a:r>
              <a:rPr lang="en-US" altLang="en-US" sz="1800" b="1" dirty="0">
                <a:solidFill>
                  <a:schemeClr val="tx1"/>
                </a:solidFill>
                <a:latin typeface="Arial" panose="020B0604020202020204" pitchFamily="34" charset="0"/>
              </a:rPr>
              <a:t>Frontend Dashboard</a:t>
            </a:r>
            <a:r>
              <a:rPr lang="en-US" altLang="en-US" sz="1800" dirty="0">
                <a:solidFill>
                  <a:schemeClr val="tx1"/>
                </a:solidFill>
                <a:latin typeface="Arial" panose="020B0604020202020204" pitchFamily="34" charset="0"/>
              </a:rPr>
              <a:t> → Visualization (charts, reports, search).</a:t>
            </a:r>
            <a:br>
              <a:rPr lang="en-US" altLang="en-US" sz="1800" dirty="0">
                <a:solidFill>
                  <a:schemeClr val="tx1"/>
                </a:solidFill>
                <a:latin typeface="Arial" panose="020B0604020202020204" pitchFamily="34" charset="0"/>
              </a:rPr>
            </a:br>
            <a:endParaRPr lang="en-US" altLang="en-US" sz="1800" dirty="0">
              <a:solidFill>
                <a:schemeClr val="tx1"/>
              </a:solidFill>
              <a:latin typeface="Arial" panose="020B0604020202020204" pitchFamily="34" charset="0"/>
            </a:endParaRPr>
          </a:p>
          <a:p>
            <a:pPr marL="285750" indent="-285750" eaLnBrk="0" fontAlgn="base" hangingPunct="0">
              <a:spcBef>
                <a:spcPct val="0"/>
              </a:spcBef>
              <a:spcAft>
                <a:spcPct val="0"/>
              </a:spcAft>
              <a:buClrTx/>
              <a:buSzTx/>
            </a:pPr>
            <a:r>
              <a:rPr lang="en-US" altLang="en-US" sz="1800" dirty="0">
                <a:solidFill>
                  <a:schemeClr val="tx1"/>
                </a:solidFill>
                <a:latin typeface="Arial" panose="020B0604020202020204" pitchFamily="34" charset="0"/>
              </a:rPr>
              <a:t>Designed using modular microservices approach.</a:t>
            </a:r>
          </a:p>
          <a:p>
            <a:pPr marL="285744" indent="-285744" eaLnBrk="0" fontAlgn="base" hangingPunct="0">
              <a:spcBef>
                <a:spcPct val="0"/>
              </a:spcBef>
              <a:spcAft>
                <a:spcPct val="0"/>
              </a:spcAft>
              <a:buClrTx/>
              <a:buSzTx/>
            </a:pPr>
            <a:r>
              <a:rPr lang="en-US" altLang="en-US" sz="1800" dirty="0">
                <a:solidFill>
                  <a:schemeClr val="tx1"/>
                </a:solidFill>
                <a:latin typeface="Arial" panose="020B0604020202020204" pitchFamily="34" charset="0"/>
              </a:rPr>
              <a:t>Backend APIs ensure easy integration with external systems.</a:t>
            </a:r>
          </a:p>
          <a:p>
            <a:pPr marL="285744" indent="-285744" eaLnBrk="0" fontAlgn="base" hangingPunct="0">
              <a:spcBef>
                <a:spcPct val="0"/>
              </a:spcBef>
              <a:spcAft>
                <a:spcPct val="0"/>
              </a:spcAft>
              <a:buClrTx/>
              <a:buSzTx/>
            </a:pPr>
            <a:r>
              <a:rPr lang="en-US" altLang="en-US" sz="1800" dirty="0">
                <a:solidFill>
                  <a:schemeClr val="tx1"/>
                </a:solidFill>
                <a:latin typeface="Arial" panose="020B0604020202020204" pitchFamily="34" charset="0"/>
              </a:rPr>
              <a:t>Frontend supports </a:t>
            </a:r>
            <a:r>
              <a:rPr lang="en-US" altLang="en-US" sz="1800" b="1" dirty="0">
                <a:solidFill>
                  <a:schemeClr val="tx1"/>
                </a:solidFill>
                <a:latin typeface="Arial" panose="020B0604020202020204" pitchFamily="34" charset="0"/>
              </a:rPr>
              <a:t>responsive design</a:t>
            </a:r>
            <a:r>
              <a:rPr lang="en-US" altLang="en-US" sz="1800" dirty="0">
                <a:solidFill>
                  <a:schemeClr val="tx1"/>
                </a:solidFill>
                <a:latin typeface="Arial" panose="020B0604020202020204" pitchFamily="34" charset="0"/>
              </a:rPr>
              <a:t> for desktop &amp; mobile access.</a:t>
            </a:r>
          </a:p>
        </p:txBody>
      </p:sp>
      <p:pic>
        <p:nvPicPr>
          <p:cNvPr id="6" name="Picture 5">
            <a:extLst>
              <a:ext uri="{FF2B5EF4-FFF2-40B4-BE49-F238E27FC236}">
                <a16:creationId xmlns:a16="http://schemas.microsoft.com/office/drawing/2014/main" id="{FD64895A-6632-BAB1-12BB-4A9DEC225ECC}"/>
              </a:ext>
            </a:extLst>
          </p:cNvPr>
          <p:cNvPicPr>
            <a:picLocks noChangeAspect="1"/>
          </p:cNvPicPr>
          <p:nvPr/>
        </p:nvPicPr>
        <p:blipFill>
          <a:blip r:embed="rId3"/>
          <a:stretch>
            <a:fillRect/>
          </a:stretch>
        </p:blipFill>
        <p:spPr>
          <a:xfrm>
            <a:off x="5289354" y="1051807"/>
            <a:ext cx="6811326" cy="4944165"/>
          </a:xfrm>
          <a:prstGeom prst="rect">
            <a:avLst/>
          </a:prstGeom>
        </p:spPr>
      </p:pic>
    </p:spTree>
    <p:extLst>
      <p:ext uri="{BB962C8B-B14F-4D97-AF65-F5344CB8AC3E}">
        <p14:creationId xmlns:p14="http://schemas.microsoft.com/office/powerpoint/2010/main" val="1593624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6" name="Rectangle 5">
            <a:extLst>
              <a:ext uri="{FF2B5EF4-FFF2-40B4-BE49-F238E27FC236}">
                <a16:creationId xmlns:a16="http://schemas.microsoft.com/office/drawing/2014/main" id="{E1A5EA0C-C65A-E103-DC40-CCF90AD9F02F}"/>
              </a:ext>
            </a:extLst>
          </p:cNvPr>
          <p:cNvSpPr/>
          <p:nvPr/>
        </p:nvSpPr>
        <p:spPr>
          <a:xfrm>
            <a:off x="7039155" y="1710188"/>
            <a:ext cx="4187645" cy="42334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Google Shape;114;p17"/>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pPr marL="152396">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891" indent="-190495" algn="just">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lnSpc>
                <a:spcPct val="200000"/>
              </a:lnSpc>
              <a:spcBef>
                <a:spcPts val="0"/>
              </a:spcBef>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891" indent="-190495" algn="just">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1"/>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891" indent="-190495" algn="just">
              <a:spcBef>
                <a:spcPts val="0"/>
              </a:spcBef>
              <a:buSzPct val="100000"/>
              <a:buNone/>
            </a:pPr>
            <a:r>
              <a:rPr lang="en-US" dirty="0">
                <a:latin typeface="Cambria" panose="02040503050406030204" pitchFamily="18" charset="0"/>
                <a:ea typeface="Cambria" panose="02040503050406030204" pitchFamily="18" charset="0"/>
              </a:rPr>
              <a:t>The Github link provided should have public access permission.</a:t>
            </a:r>
          </a:p>
          <a:p>
            <a:pPr marL="342891" indent="-190495" algn="just">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spcBef>
                <a:spcPts val="0"/>
              </a:spcBef>
              <a:buSzPct val="100000"/>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891" indent="-190495" algn="just">
              <a:spcBef>
                <a:spcPts val="0"/>
              </a:spcBef>
              <a:buSzPct val="100000"/>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891" indent="-190495" algn="just">
              <a:spcBef>
                <a:spcPts val="0"/>
              </a:spcBef>
              <a:buSzPct val="100000"/>
              <a:buNone/>
            </a:pPr>
            <a:r>
              <a:rPr lang="en-US" b="1" dirty="0">
                <a:solidFill>
                  <a:schemeClr val="tx1"/>
                </a:solidFill>
                <a:latin typeface="Cambria" panose="02040503050406030204" pitchFamily="18" charset="0"/>
                <a:ea typeface="Cambria" panose="02040503050406030204" pitchFamily="18" charset="0"/>
                <a:hlinkClick r:id="rId3"/>
              </a:rPr>
              <a:t>https://github.com/hacker-hub8/qurik</a:t>
            </a:r>
            <a:endParaRPr lang="en-US" b="1" dirty="0">
              <a:solidFill>
                <a:schemeClr val="tx1"/>
              </a:solidFill>
              <a:latin typeface="Cambria" panose="02040503050406030204" pitchFamily="18" charset="0"/>
              <a:ea typeface="Cambria" panose="02040503050406030204" pitchFamily="18" charset="0"/>
            </a:endParaRPr>
          </a:p>
          <a:p>
            <a:pPr marL="342891" indent="-190495" algn="just">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891" indent="-190495"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4B4D2398-3F78-5F9A-2B11-1F3FF86BF27F}"/>
              </a:ext>
            </a:extLst>
          </p:cNvPr>
          <p:cNvPicPr>
            <a:picLocks noChangeAspect="1"/>
          </p:cNvPicPr>
          <p:nvPr/>
        </p:nvPicPr>
        <p:blipFill>
          <a:blip r:embed="rId4"/>
          <a:srcRect l="10808" t="10684" r="9791" b="10437"/>
          <a:stretch>
            <a:fillRect/>
          </a:stretch>
        </p:blipFill>
        <p:spPr>
          <a:xfrm>
            <a:off x="7097143" y="1809682"/>
            <a:ext cx="4071668" cy="4044880"/>
          </a:xfrm>
          <a:prstGeom prst="rect">
            <a:avLst/>
          </a:prstGeom>
        </p:spPr>
      </p:pic>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87B511F-28A7-C4C7-D558-68D388AE0877}"/>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E3C4CE22-E002-CEAC-AAB4-DC280F5D7782}"/>
              </a:ext>
            </a:extLst>
          </p:cNvPr>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Timeline of the Project</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B9489E47-DCA3-39B2-3555-B9F89970503A}"/>
              </a:ext>
            </a:extLst>
          </p:cNvPr>
          <p:cNvSpPr>
            <a:spLocks noGrp="1"/>
          </p:cNvSpPr>
          <p:nvPr>
            <p:ph type="body" idx="1"/>
          </p:nvPr>
        </p:nvSpPr>
        <p:spPr>
          <a:xfrm>
            <a:off x="5543827" y="1222515"/>
            <a:ext cx="6820452" cy="4953000"/>
          </a:xfrm>
        </p:spPr>
        <p:txBody>
          <a:bodyPr>
            <a:normAutofit fontScale="62500" lnSpcReduction="20000"/>
          </a:bodyPr>
          <a:lstStyle/>
          <a:p>
            <a:pPr marL="76198" indent="0">
              <a:buNone/>
            </a:pPr>
            <a:r>
              <a:rPr lang="en-IN" b="1" dirty="0"/>
              <a:t>Phase 1 – Requirement Gathering &amp; Design</a:t>
            </a:r>
            <a:endParaRPr lang="en-IN" dirty="0"/>
          </a:p>
          <a:p>
            <a:pPr marL="76198" indent="0">
              <a:buNone/>
            </a:pPr>
            <a:r>
              <a:rPr lang="en-IN" dirty="0"/>
              <a:t>Identify log sources, classification categories, and alert thresholds.</a:t>
            </a:r>
          </a:p>
          <a:p>
            <a:pPr marL="76198" indent="0">
              <a:buNone/>
            </a:pPr>
            <a:r>
              <a:rPr lang="en-IN" dirty="0"/>
              <a:t>Design architecture &amp; database schema.</a:t>
            </a:r>
          </a:p>
          <a:p>
            <a:pPr marL="76198" indent="0">
              <a:buNone/>
            </a:pPr>
            <a:r>
              <a:rPr lang="en-IN" b="1" dirty="0"/>
              <a:t>Phase 2 – Backend Development</a:t>
            </a:r>
            <a:endParaRPr lang="en-IN" dirty="0"/>
          </a:p>
          <a:p>
            <a:pPr marL="76198" indent="0">
              <a:buNone/>
            </a:pPr>
            <a:r>
              <a:rPr lang="en-IN" dirty="0"/>
              <a:t>Implement APIs for log collection &amp; storage.</a:t>
            </a:r>
          </a:p>
          <a:p>
            <a:pPr marL="76198" indent="0">
              <a:buNone/>
            </a:pPr>
            <a:r>
              <a:rPr lang="en-IN" dirty="0"/>
              <a:t>Develop classification &amp; parsing algorithms.</a:t>
            </a:r>
          </a:p>
          <a:p>
            <a:pPr marL="76198" indent="0">
              <a:buNone/>
            </a:pPr>
            <a:r>
              <a:rPr lang="en-IN" dirty="0"/>
              <a:t>Set up database (MySQL/MongoDB/Elasticsearch).</a:t>
            </a:r>
          </a:p>
          <a:p>
            <a:pPr marL="76198" indent="0">
              <a:buNone/>
            </a:pPr>
            <a:r>
              <a:rPr lang="en-IN" b="1" dirty="0"/>
              <a:t>Phase 3 – Frontend Dashboard</a:t>
            </a:r>
            <a:endParaRPr lang="en-IN" dirty="0"/>
          </a:p>
          <a:p>
            <a:pPr marL="76198" indent="0">
              <a:buNone/>
            </a:pPr>
            <a:r>
              <a:rPr lang="en-IN" dirty="0"/>
              <a:t>Create UI for log search, filtering, and visualization.</a:t>
            </a:r>
          </a:p>
          <a:p>
            <a:pPr marL="76198" indent="0">
              <a:buNone/>
            </a:pPr>
            <a:r>
              <a:rPr lang="en-IN" dirty="0"/>
              <a:t>Implement real-time dashboards (charts, trends).</a:t>
            </a:r>
          </a:p>
          <a:p>
            <a:pPr marL="76198" indent="0">
              <a:buNone/>
            </a:pPr>
            <a:r>
              <a:rPr lang="en-IN" b="1" dirty="0"/>
              <a:t>Phase 4 – Notification &amp; Alert System</a:t>
            </a:r>
            <a:endParaRPr lang="en-IN" dirty="0"/>
          </a:p>
          <a:p>
            <a:pPr marL="76198" indent="0">
              <a:buNone/>
            </a:pPr>
            <a:r>
              <a:rPr lang="en-IN" dirty="0"/>
              <a:t>Configure rule-based alert triggers.</a:t>
            </a:r>
          </a:p>
          <a:p>
            <a:pPr marL="76198" indent="0">
              <a:buNone/>
            </a:pPr>
            <a:r>
              <a:rPr lang="en-IN" dirty="0"/>
              <a:t>Email/SMS integration for admin notifications.</a:t>
            </a:r>
          </a:p>
          <a:p>
            <a:pPr marL="76198" indent="0">
              <a:buNone/>
            </a:pPr>
            <a:r>
              <a:rPr lang="en-IN" b="1" dirty="0"/>
              <a:t>Phase 5 – Testing &amp; Deployment</a:t>
            </a:r>
            <a:endParaRPr lang="en-IN" dirty="0"/>
          </a:p>
          <a:p>
            <a:pPr marL="76198" indent="0">
              <a:buNone/>
            </a:pPr>
            <a:r>
              <a:rPr lang="en-IN" dirty="0"/>
              <a:t>Unit testing &amp; load testing.</a:t>
            </a:r>
          </a:p>
          <a:p>
            <a:pPr marL="76198" indent="0">
              <a:buNone/>
            </a:pPr>
            <a:r>
              <a:rPr lang="en-IN" dirty="0"/>
              <a:t>Deploy on local/Cloud infrastructure.</a:t>
            </a:r>
          </a:p>
          <a:p>
            <a:pPr marL="76198" indent="0">
              <a:buNone/>
            </a:pPr>
            <a:r>
              <a:rPr lang="en-IN" b="1" dirty="0"/>
              <a:t>Phase 6 – Future Enhancements</a:t>
            </a:r>
            <a:endParaRPr lang="en-IN" dirty="0"/>
          </a:p>
          <a:p>
            <a:pPr marL="76198" indent="0">
              <a:buNone/>
            </a:pPr>
            <a:r>
              <a:rPr lang="en-IN" dirty="0"/>
              <a:t>AI-based anomaly detection.</a:t>
            </a:r>
          </a:p>
          <a:p>
            <a:pPr marL="76198" indent="0">
              <a:buNone/>
            </a:pPr>
            <a:r>
              <a:rPr lang="en-IN" dirty="0"/>
              <a:t>Integration with government e-portals.</a:t>
            </a:r>
          </a:p>
        </p:txBody>
      </p:sp>
      <p:graphicFrame>
        <p:nvGraphicFramePr>
          <p:cNvPr id="4" name="Table 3">
            <a:extLst>
              <a:ext uri="{FF2B5EF4-FFF2-40B4-BE49-F238E27FC236}">
                <a16:creationId xmlns:a16="http://schemas.microsoft.com/office/drawing/2014/main" id="{49172C14-E9B1-0F6F-AE99-A69B99E464D6}"/>
              </a:ext>
            </a:extLst>
          </p:cNvPr>
          <p:cNvGraphicFramePr>
            <a:graphicFrameLocks noGrp="1"/>
          </p:cNvGraphicFramePr>
          <p:nvPr>
            <p:extLst>
              <p:ext uri="{D42A27DB-BD31-4B8C-83A1-F6EECF244321}">
                <p14:modId xmlns:p14="http://schemas.microsoft.com/office/powerpoint/2010/main" val="393254365"/>
              </p:ext>
            </p:extLst>
          </p:nvPr>
        </p:nvGraphicFramePr>
        <p:xfrm>
          <a:off x="428487" y="2345637"/>
          <a:ext cx="4991654" cy="2433431"/>
        </p:xfrm>
        <a:graphic>
          <a:graphicData uri="http://schemas.openxmlformats.org/drawingml/2006/table">
            <a:tbl>
              <a:tblPr/>
              <a:tblGrid>
                <a:gridCol w="846519">
                  <a:extLst>
                    <a:ext uri="{9D8B030D-6E8A-4147-A177-3AD203B41FA5}">
                      <a16:colId xmlns:a16="http://schemas.microsoft.com/office/drawing/2014/main" val="3989772947"/>
                    </a:ext>
                  </a:extLst>
                </a:gridCol>
                <a:gridCol w="1136892">
                  <a:extLst>
                    <a:ext uri="{9D8B030D-6E8A-4147-A177-3AD203B41FA5}">
                      <a16:colId xmlns:a16="http://schemas.microsoft.com/office/drawing/2014/main" val="1754327176"/>
                    </a:ext>
                  </a:extLst>
                </a:gridCol>
                <a:gridCol w="3008243">
                  <a:extLst>
                    <a:ext uri="{9D8B030D-6E8A-4147-A177-3AD203B41FA5}">
                      <a16:colId xmlns:a16="http://schemas.microsoft.com/office/drawing/2014/main" val="926158194"/>
                    </a:ext>
                  </a:extLst>
                </a:gridCol>
              </a:tblGrid>
              <a:tr h="347633">
                <a:tc>
                  <a:txBody>
                    <a:bodyPr/>
                    <a:lstStyle/>
                    <a:p>
                      <a:pPr>
                        <a:buNone/>
                      </a:pPr>
                      <a:r>
                        <a:rPr lang="en-IN" sz="1100"/>
                        <a:t>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Duration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Deliverables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4903496"/>
                  </a:ext>
                </a:extLst>
              </a:tr>
              <a:tr h="347633">
                <a:tc>
                  <a:txBody>
                    <a:bodyPr/>
                    <a:lstStyle/>
                    <a:p>
                      <a:pPr>
                        <a:buNone/>
                      </a:pPr>
                      <a:r>
                        <a:rPr lang="en-IN" sz="1100"/>
                        <a:t>Phase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Week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Requirement gathering &amp; design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4811497"/>
                  </a:ext>
                </a:extLst>
              </a:tr>
              <a:tr h="347633">
                <a:tc>
                  <a:txBody>
                    <a:bodyPr/>
                    <a:lstStyle/>
                    <a:p>
                      <a:pPr>
                        <a:buNone/>
                      </a:pPr>
                      <a:r>
                        <a:rPr lang="en-IN" sz="1100"/>
                        <a:t>Phase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Week 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Backend APIs &amp; DB 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0286953"/>
                  </a:ext>
                </a:extLst>
              </a:tr>
              <a:tr h="347633">
                <a:tc>
                  <a:txBody>
                    <a:bodyPr/>
                    <a:lstStyle/>
                    <a:p>
                      <a:pPr>
                        <a:buNone/>
                      </a:pPr>
                      <a:r>
                        <a:rPr lang="en-IN" sz="1100"/>
                        <a:t>Phase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Week 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Frontend dashboards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4838998"/>
                  </a:ext>
                </a:extLst>
              </a:tr>
              <a:tr h="347633">
                <a:tc>
                  <a:txBody>
                    <a:bodyPr/>
                    <a:lstStyle/>
                    <a:p>
                      <a:pPr>
                        <a:buNone/>
                      </a:pPr>
                      <a:r>
                        <a:rPr lang="en-IN" sz="1100"/>
                        <a:t>Phase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Week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Notification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3489941"/>
                  </a:ext>
                </a:extLst>
              </a:tr>
              <a:tr h="347633">
                <a:tc>
                  <a:txBody>
                    <a:bodyPr/>
                    <a:lstStyle/>
                    <a:p>
                      <a:pPr>
                        <a:buNone/>
                      </a:pPr>
                      <a:r>
                        <a:rPr lang="en-IN" sz="1100"/>
                        <a:t>Phase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Week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Testing &amp; debugging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1630994"/>
                  </a:ext>
                </a:extLst>
              </a:tr>
              <a:tr h="347633">
                <a:tc>
                  <a:txBody>
                    <a:bodyPr/>
                    <a:lstStyle/>
                    <a:p>
                      <a:pPr>
                        <a:buNone/>
                      </a:pPr>
                      <a:r>
                        <a:rPr lang="en-IN" sz="1100"/>
                        <a:t>Phase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Week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Final deployment &amp; presentation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5323125"/>
                  </a:ext>
                </a:extLst>
              </a:tr>
            </a:tbl>
          </a:graphicData>
        </a:graphic>
      </p:graphicFrame>
    </p:spTree>
    <p:extLst>
      <p:ext uri="{BB962C8B-B14F-4D97-AF65-F5344CB8AC3E}">
        <p14:creationId xmlns:p14="http://schemas.microsoft.com/office/powerpoint/2010/main" val="2605002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BC8D513B-F00C-40F7-C8A6-822CAECC7736}"/>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96C46569-E9A1-A7F3-A550-85D41863A301}"/>
              </a:ext>
            </a:extLst>
          </p:cNvPr>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(Development)</a:t>
            </a:r>
            <a:endParaRPr dirty="0">
              <a:latin typeface="Cambria" panose="02040503050406030204" pitchFamily="18" charset="0"/>
              <a:ea typeface="Cambria" panose="02040503050406030204" pitchFamily="18" charset="0"/>
            </a:endParaRPr>
          </a:p>
        </p:txBody>
      </p:sp>
      <p:sp>
        <p:nvSpPr>
          <p:cNvPr id="145" name="Google Shape;145;p22">
            <a:extLst>
              <a:ext uri="{FF2B5EF4-FFF2-40B4-BE49-F238E27FC236}">
                <a16:creationId xmlns:a16="http://schemas.microsoft.com/office/drawing/2014/main" id="{99ADE2DE-C205-DCD1-247A-5DA14FEF7F30}"/>
              </a:ext>
            </a:extLst>
          </p:cNvPr>
          <p:cNvSpPr txBox="1">
            <a:spLocks noGrp="1"/>
          </p:cNvSpPr>
          <p:nvPr>
            <p:ph type="body" idx="1"/>
          </p:nvPr>
        </p:nvSpPr>
        <p:spPr>
          <a:xfrm>
            <a:off x="614019" y="1089992"/>
            <a:ext cx="10668000" cy="4953000"/>
          </a:xfrm>
          <a:prstGeom prst="rect">
            <a:avLst/>
          </a:prstGeom>
          <a:noFill/>
          <a:ln>
            <a:noFill/>
          </a:ln>
        </p:spPr>
        <p:txBody>
          <a:bodyPr spcFirstLastPara="1" wrap="square" lIns="91425" tIns="45700" rIns="91425" bIns="45700" anchor="t" anchorCtr="0">
            <a:normAutofit fontScale="62500" lnSpcReduction="20000"/>
          </a:bodyPr>
          <a:lstStyle/>
          <a:p>
            <a:pPr fontAlgn="base"/>
            <a:r>
              <a:rPr lang="en-IN" i="1" dirty="0"/>
              <a:t>Font Awesome Icons - </a:t>
            </a:r>
            <a:r>
              <a:rPr lang="en-IN" i="1" dirty="0">
                <a:hlinkClick r:id="rId3"/>
              </a:rPr>
              <a:t>FontAwesome.com</a:t>
            </a:r>
            <a:endParaRPr lang="en-IN" i="1" dirty="0"/>
          </a:p>
          <a:p>
            <a:pPr fontAlgn="base"/>
            <a:r>
              <a:rPr lang="en-IN" i="1" dirty="0"/>
              <a:t>Bootstrap Framework - </a:t>
            </a:r>
            <a:r>
              <a:rPr lang="en-IN" i="1" dirty="0">
                <a:hlinkClick r:id="rId4"/>
              </a:rPr>
              <a:t>GetBootstrap.com</a:t>
            </a:r>
            <a:endParaRPr lang="en-IN" i="1" dirty="0"/>
          </a:p>
          <a:p>
            <a:pPr fontAlgn="base"/>
            <a:r>
              <a:rPr lang="en-IN" i="1" dirty="0" err="1"/>
              <a:t>DataTables</a:t>
            </a:r>
            <a:r>
              <a:rPr lang="en-IN" i="1" dirty="0"/>
              <a:t> - </a:t>
            </a:r>
            <a:r>
              <a:rPr lang="en-IN" i="1" dirty="0">
                <a:hlinkClick r:id="rId5"/>
              </a:rPr>
              <a:t>DataTables.net</a:t>
            </a:r>
            <a:endParaRPr lang="en-IN" i="1" dirty="0"/>
          </a:p>
          <a:p>
            <a:pPr fontAlgn="base"/>
            <a:r>
              <a:rPr lang="en-IN" i="1" dirty="0"/>
              <a:t>jQuery - </a:t>
            </a:r>
            <a:r>
              <a:rPr lang="en-IN" i="1" dirty="0">
                <a:hlinkClick r:id="rId6"/>
              </a:rPr>
              <a:t>jQuery.com</a:t>
            </a:r>
            <a:endParaRPr lang="en-IN" i="1" dirty="0"/>
          </a:p>
          <a:p>
            <a:pPr fontAlgn="base"/>
            <a:r>
              <a:rPr lang="en-IN" i="1" dirty="0" err="1"/>
              <a:t>AdminLTE</a:t>
            </a:r>
            <a:r>
              <a:rPr lang="en-IN" i="1" dirty="0"/>
              <a:t> - </a:t>
            </a:r>
            <a:r>
              <a:rPr lang="en-IN" i="1" dirty="0">
                <a:hlinkClick r:id="rId7"/>
              </a:rPr>
              <a:t>github.com/almasaeed2010/</a:t>
            </a:r>
            <a:r>
              <a:rPr lang="en-IN" i="1" dirty="0" err="1">
                <a:hlinkClick r:id="rId7"/>
              </a:rPr>
              <a:t>AdminLTE</a:t>
            </a:r>
            <a:endParaRPr lang="en-IN" i="1" dirty="0"/>
          </a:p>
          <a:p>
            <a:pPr fontAlgn="base"/>
            <a:r>
              <a:rPr lang="en-IN" i="1" dirty="0"/>
              <a:t>Select2 - </a:t>
            </a:r>
            <a:r>
              <a:rPr lang="en-IN" i="1" dirty="0">
                <a:hlinkClick r:id="rId8"/>
              </a:rPr>
              <a:t>select2.github.io</a:t>
            </a:r>
            <a:endParaRPr lang="en-IN" i="1" dirty="0"/>
          </a:p>
          <a:p>
            <a:pPr fontAlgn="base"/>
            <a:r>
              <a:rPr lang="en-IN" i="1" dirty="0" err="1"/>
              <a:t>OpenLayers</a:t>
            </a:r>
            <a:r>
              <a:rPr lang="en-IN" i="1" dirty="0"/>
              <a:t> - </a:t>
            </a:r>
            <a:r>
              <a:rPr lang="en-IN" i="1" dirty="0">
                <a:hlinkClick r:id="rId9"/>
              </a:rPr>
              <a:t>github.com/</a:t>
            </a:r>
            <a:r>
              <a:rPr lang="en-IN" i="1" dirty="0" err="1">
                <a:hlinkClick r:id="rId9"/>
              </a:rPr>
              <a:t>openlayers</a:t>
            </a:r>
            <a:r>
              <a:rPr lang="en-IN" i="1" dirty="0">
                <a:hlinkClick r:id="rId9"/>
              </a:rPr>
              <a:t>/</a:t>
            </a:r>
            <a:r>
              <a:rPr lang="en-IN" i="1" dirty="0" err="1">
                <a:hlinkClick r:id="rId9"/>
              </a:rPr>
              <a:t>openlayers</a:t>
            </a:r>
            <a:endParaRPr lang="en-IN" i="1" dirty="0"/>
          </a:p>
          <a:p>
            <a:pPr fontAlgn="base"/>
            <a:r>
              <a:rPr lang="en-IN" i="1" dirty="0"/>
              <a:t>Chart.js - </a:t>
            </a:r>
            <a:r>
              <a:rPr lang="en-IN" i="1" dirty="0">
                <a:hlinkClick r:id="rId10"/>
              </a:rPr>
              <a:t>Chartjs.org</a:t>
            </a:r>
            <a:endParaRPr lang="en-IN" i="1" dirty="0"/>
          </a:p>
          <a:p>
            <a:pPr fontAlgn="base"/>
            <a:r>
              <a:rPr lang="en-IN" i="1" dirty="0"/>
              <a:t>Flag Sprites - </a:t>
            </a:r>
            <a:r>
              <a:rPr lang="en-IN" i="1" dirty="0">
                <a:hlinkClick r:id="rId11"/>
              </a:rPr>
              <a:t>Flag-Sprites.com</a:t>
            </a:r>
            <a:endParaRPr lang="en-IN" i="1" dirty="0"/>
          </a:p>
          <a:p>
            <a:pPr fontAlgn="base"/>
            <a:r>
              <a:rPr lang="en-IN" i="1" dirty="0"/>
              <a:t>iP.NF - </a:t>
            </a:r>
            <a:r>
              <a:rPr lang="en-IN" i="1" dirty="0">
                <a:hlinkClick r:id="rId12"/>
              </a:rPr>
              <a:t>ip.nf</a:t>
            </a:r>
            <a:endParaRPr lang="en-IN" i="1" dirty="0"/>
          </a:p>
          <a:p>
            <a:pPr fontAlgn="base"/>
            <a:r>
              <a:rPr lang="en-IN" i="1" dirty="0"/>
              <a:t>ipapi.co - </a:t>
            </a:r>
            <a:r>
              <a:rPr lang="en-IN" i="1" dirty="0">
                <a:hlinkClick r:id="rId13"/>
              </a:rPr>
              <a:t>ipapi.co</a:t>
            </a:r>
            <a:endParaRPr lang="en-IN" i="1" dirty="0"/>
          </a:p>
          <a:p>
            <a:pPr fontAlgn="base"/>
            <a:r>
              <a:rPr lang="en-IN" i="1" dirty="0" err="1"/>
              <a:t>IPHub</a:t>
            </a:r>
            <a:r>
              <a:rPr lang="en-IN" i="1" dirty="0"/>
              <a:t> - </a:t>
            </a:r>
            <a:r>
              <a:rPr lang="en-IN" i="1" dirty="0">
                <a:hlinkClick r:id="rId14"/>
              </a:rPr>
              <a:t>iphub.info</a:t>
            </a:r>
            <a:endParaRPr lang="en-IN" i="1" dirty="0"/>
          </a:p>
          <a:p>
            <a:pPr fontAlgn="base"/>
            <a:r>
              <a:rPr lang="en-IN" i="1" dirty="0"/>
              <a:t>proxycheck.io - </a:t>
            </a:r>
            <a:r>
              <a:rPr lang="en-IN" i="1" dirty="0">
                <a:hlinkClick r:id="rId15"/>
              </a:rPr>
              <a:t>proxycheck.io</a:t>
            </a:r>
            <a:endParaRPr lang="en-IN" i="1" dirty="0"/>
          </a:p>
          <a:p>
            <a:pPr fontAlgn="base"/>
            <a:r>
              <a:rPr lang="en-IN" i="1" dirty="0" err="1"/>
              <a:t>IPHunter</a:t>
            </a:r>
            <a:r>
              <a:rPr lang="en-IN" i="1" dirty="0"/>
              <a:t> - </a:t>
            </a:r>
            <a:r>
              <a:rPr lang="en-IN" i="1" dirty="0">
                <a:hlinkClick r:id="rId16"/>
              </a:rPr>
              <a:t>iphunter.info</a:t>
            </a:r>
            <a:endParaRPr lang="en-IN" i="1" dirty="0"/>
          </a:p>
          <a:p>
            <a:pPr fontAlgn="base"/>
            <a:r>
              <a:rPr lang="en-IN" i="1" dirty="0" err="1"/>
              <a:t>Switchery</a:t>
            </a:r>
            <a:r>
              <a:rPr lang="en-IN" i="1" dirty="0"/>
              <a:t> - </a:t>
            </a:r>
            <a:r>
              <a:rPr lang="en-IN" i="1" dirty="0">
                <a:hlinkClick r:id="rId17"/>
              </a:rPr>
              <a:t>abpetkov.github.io/</a:t>
            </a:r>
            <a:r>
              <a:rPr lang="en-IN" i="1" dirty="0" err="1">
                <a:hlinkClick r:id="rId17"/>
              </a:rPr>
              <a:t>switchery</a:t>
            </a:r>
            <a:endParaRPr lang="en-IN" i="1" dirty="0"/>
          </a:p>
          <a:p>
            <a:pPr fontAlgn="base"/>
            <a:r>
              <a:rPr lang="en-IN" i="1" dirty="0"/>
              <a:t>Popper.JS - </a:t>
            </a:r>
            <a:r>
              <a:rPr lang="en-IN" i="1" dirty="0">
                <a:hlinkClick r:id="rId18"/>
              </a:rPr>
              <a:t>popper.js.org</a:t>
            </a:r>
            <a:endParaRPr lang="en-IN" i="1" dirty="0"/>
          </a:p>
          <a:p>
            <a:pPr fontAlgn="base"/>
            <a:r>
              <a:rPr lang="en-IN" i="1" dirty="0" err="1"/>
              <a:t>OverlayScrollbars</a:t>
            </a:r>
            <a:r>
              <a:rPr lang="en-IN" i="1" dirty="0"/>
              <a:t> - </a:t>
            </a:r>
            <a:r>
              <a:rPr lang="en-IN" i="1" dirty="0">
                <a:hlinkClick r:id="rId19"/>
              </a:rPr>
              <a:t>github.com/</a:t>
            </a:r>
            <a:r>
              <a:rPr lang="en-IN" i="1" dirty="0" err="1">
                <a:hlinkClick r:id="rId19"/>
              </a:rPr>
              <a:t>KingSora</a:t>
            </a:r>
            <a:r>
              <a:rPr lang="en-IN" i="1" dirty="0">
                <a:hlinkClick r:id="rId19"/>
              </a:rPr>
              <a:t>/</a:t>
            </a:r>
            <a:r>
              <a:rPr lang="en-IN" i="1" dirty="0" err="1">
                <a:hlinkClick r:id="rId19"/>
              </a:rPr>
              <a:t>OverlayScrollbars</a:t>
            </a:r>
            <a:endParaRPr lang="en-IN" i="1" dirty="0"/>
          </a:p>
          <a:p>
            <a:pPr fontAlgn="base"/>
            <a:r>
              <a:rPr lang="en-IN" i="1" dirty="0" err="1"/>
              <a:t>cloudflare</a:t>
            </a:r>
            <a:r>
              <a:rPr lang="en-IN" i="1" dirty="0"/>
              <a:t> -  </a:t>
            </a:r>
            <a:r>
              <a:rPr lang="en-IN" i="1" dirty="0">
                <a:hlinkClick r:id="rId20"/>
              </a:rPr>
              <a:t>https://www.cloudflare.com/</a:t>
            </a:r>
            <a:endParaRPr lang="en-IN" i="1" dirty="0"/>
          </a:p>
        </p:txBody>
      </p:sp>
    </p:spTree>
    <p:extLst>
      <p:ext uri="{BB962C8B-B14F-4D97-AF65-F5344CB8AC3E}">
        <p14:creationId xmlns:p14="http://schemas.microsoft.com/office/powerpoint/2010/main" val="12001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9"/>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14019" y="1089992"/>
            <a:ext cx="10668000" cy="4953000"/>
          </a:xfrm>
          <a:prstGeom prst="rect">
            <a:avLst/>
          </a:prstGeom>
          <a:noFill/>
          <a:ln>
            <a:noFill/>
          </a:ln>
        </p:spPr>
        <p:txBody>
          <a:bodyPr spcFirstLastPara="1" wrap="square" lIns="91425" tIns="45700" rIns="91425" bIns="45700" anchor="t" anchorCtr="0">
            <a:normAutofit fontScale="77500" lnSpcReduction="20000"/>
          </a:bodyPr>
          <a:lstStyle/>
          <a:p>
            <a:r>
              <a:rPr lang="en-IN" dirty="0"/>
              <a:t>[1]. S. Z. A. Shah, A. M. Khattak, and S. U. Jan, “Web application security: Threats, attacks and countermeasures,” </a:t>
            </a:r>
            <a:r>
              <a:rPr lang="en-IN" i="1" dirty="0"/>
              <a:t>IEEE Access</a:t>
            </a:r>
            <a:r>
              <a:rPr lang="en-IN" dirty="0"/>
              <a:t>, vol. 7, pp. 153779–153795, Oct. 2019.</a:t>
            </a:r>
          </a:p>
          <a:p>
            <a:pPr marL="76198" indent="0">
              <a:buNone/>
            </a:pPr>
            <a:endParaRPr lang="en-IN" dirty="0"/>
          </a:p>
          <a:p>
            <a:r>
              <a:rPr lang="en-IN" dirty="0"/>
              <a:t>[2]. P. Biswas, A. Gupta, and S. Roy, “A survey on SQL injection: Detection and prevention techniques,” </a:t>
            </a:r>
            <a:r>
              <a:rPr lang="en-IN" i="1" dirty="0"/>
              <a:t>IEEE Transactions on Dependable and Secure Computing</a:t>
            </a:r>
            <a:r>
              <a:rPr lang="en-IN" dirty="0"/>
              <a:t>, vol. 18, no. 6, pp. 2560–2577, Nov.–Dec. 2021.</a:t>
            </a:r>
          </a:p>
          <a:p>
            <a:pPr marL="76198" indent="0">
              <a:buNone/>
            </a:pPr>
            <a:endParaRPr lang="en-IN" dirty="0"/>
          </a:p>
          <a:p>
            <a:r>
              <a:rPr lang="en-IN" dirty="0"/>
              <a:t>[3]. A. A. Ghorbani, W. Lu, and M. </a:t>
            </a:r>
            <a:r>
              <a:rPr lang="en-IN" dirty="0" err="1"/>
              <a:t>Tavallaee</a:t>
            </a:r>
            <a:r>
              <a:rPr lang="en-IN" dirty="0"/>
              <a:t>, “Network intrusion detection and prevention: Concepts and techniques,” </a:t>
            </a:r>
            <a:r>
              <a:rPr lang="en-IN" i="1" dirty="0"/>
              <a:t>IEEE Communications Surveys &amp; Tutorials</a:t>
            </a:r>
            <a:r>
              <a:rPr lang="en-IN" dirty="0"/>
              <a:t>, vol. 21, no. 1, pp. 70–94, Jan.–Mar. 2019.</a:t>
            </a:r>
          </a:p>
          <a:p>
            <a:pPr marL="76198" indent="0">
              <a:buNone/>
            </a:pPr>
            <a:endParaRPr lang="en-IN" dirty="0"/>
          </a:p>
          <a:p>
            <a:r>
              <a:rPr lang="en-IN" dirty="0"/>
              <a:t>[4]. A. S. Rawat and R. Tiwari, “Anomaly detection in web traffic using machine learning techniques,” </a:t>
            </a:r>
            <a:r>
              <a:rPr lang="en-IN" i="1" dirty="0"/>
              <a:t>IEEE Access</a:t>
            </a:r>
            <a:r>
              <a:rPr lang="en-IN" dirty="0"/>
              <a:t>, vol. 10, pp. 54628–54640, Jun. 2022.</a:t>
            </a:r>
          </a:p>
          <a:p>
            <a:pPr marL="76198" indent="0">
              <a:buNone/>
            </a:pPr>
            <a:endParaRPr lang="en-IN" dirty="0"/>
          </a:p>
          <a:p>
            <a:r>
              <a:rPr lang="en-IN" dirty="0"/>
              <a:t>[5]. H. Tahir, M. A. Shah, and A. Wahid, “Towards secure web applications: A framework for detecting malicious requests,” </a:t>
            </a:r>
            <a:r>
              <a:rPr lang="en-IN" i="1" dirty="0"/>
              <a:t>IEEE International Conference on Emerging Technologies (ICET)</a:t>
            </a:r>
            <a:r>
              <a:rPr lang="en-IN" dirty="0"/>
              <a:t>, pp. 1–6, Dec. 2020.</a:t>
            </a:r>
          </a:p>
          <a:p>
            <a:pPr marL="152396"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3" y="1441317"/>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334</TotalTime>
  <Words>1541</Words>
  <Application>Microsoft Office PowerPoint</Application>
  <PresentationFormat>Widescreen</PresentationFormat>
  <Paragraphs>184</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Cambria</vt:lpstr>
      <vt:lpstr>Verdana</vt:lpstr>
      <vt:lpstr>Wingdings</vt:lpstr>
      <vt:lpstr>Bioinformatics</vt:lpstr>
      <vt:lpstr>Establishing a Server log system for E-governance with appropriate notification and content based classification of log AICTE</vt:lpstr>
      <vt:lpstr>Problem Statement Number: </vt:lpstr>
      <vt:lpstr>Content</vt:lpstr>
      <vt:lpstr>Problem Statement</vt:lpstr>
      <vt:lpstr>Objectives</vt:lpstr>
      <vt:lpstr>Background and Related work for title Selection</vt:lpstr>
      <vt:lpstr>Analysis of Problem Statement</vt:lpstr>
      <vt:lpstr>Innovation or Novel Contributions</vt:lpstr>
      <vt:lpstr>System Architecture</vt:lpstr>
      <vt:lpstr>Github Link</vt:lpstr>
      <vt:lpstr>Timeline of the Project</vt:lpstr>
      <vt:lpstr>References (Development)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hacker hub8</cp:lastModifiedBy>
  <cp:revision>41</cp:revision>
  <dcterms:modified xsi:type="dcterms:W3CDTF">2025-08-18T13:35:07Z</dcterms:modified>
</cp:coreProperties>
</file>