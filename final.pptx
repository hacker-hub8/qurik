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1" r:id="rId1"/>
  </p:sldMasterIdLst>
  <p:notesMasterIdLst>
    <p:notesMasterId r:id="rId53"/>
  </p:notesMasterIdLst>
  <p:sldIdLst>
    <p:sldId id="256" r:id="rId2"/>
    <p:sldId id="257" r:id="rId3"/>
    <p:sldId id="269" r:id="rId4"/>
    <p:sldId id="276" r:id="rId5"/>
    <p:sldId id="325" r:id="rId6"/>
    <p:sldId id="324" r:id="rId7"/>
    <p:sldId id="278" r:id="rId8"/>
    <p:sldId id="326" r:id="rId9"/>
    <p:sldId id="327" r:id="rId10"/>
    <p:sldId id="279" r:id="rId11"/>
    <p:sldId id="328" r:id="rId12"/>
    <p:sldId id="274" r:id="rId13"/>
    <p:sldId id="329" r:id="rId14"/>
    <p:sldId id="290" r:id="rId15"/>
    <p:sldId id="291" r:id="rId16"/>
    <p:sldId id="292" r:id="rId17"/>
    <p:sldId id="293"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6" r:id="rId40"/>
    <p:sldId id="317" r:id="rId41"/>
    <p:sldId id="318" r:id="rId42"/>
    <p:sldId id="319" r:id="rId43"/>
    <p:sldId id="320" r:id="rId44"/>
    <p:sldId id="321" r:id="rId45"/>
    <p:sldId id="322" r:id="rId46"/>
    <p:sldId id="323" r:id="rId47"/>
    <p:sldId id="268" r:id="rId48"/>
    <p:sldId id="281" r:id="rId49"/>
    <p:sldId id="265" r:id="rId50"/>
    <p:sldId id="330" r:id="rId51"/>
    <p:sldId id="266" r:id="rId52"/>
  </p:sldIdLst>
  <p:sldSz cx="10080625" cy="567055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49" autoAdjust="0"/>
    <p:restoredTop sz="94660"/>
  </p:normalViewPr>
  <p:slideViewPr>
    <p:cSldViewPr snapToGrid="0">
      <p:cViewPr varScale="1">
        <p:scale>
          <a:sx n="128" d="100"/>
          <a:sy n="128" d="100"/>
        </p:scale>
        <p:origin x="402"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937A80B7-6A09-44CA-A499-396DE0AC7264}" type="datetimeFigureOut">
              <a:rPr lang="en-IN" smtClean="0"/>
              <a:t>26-11-2025</a:t>
            </a:fld>
            <a:endParaRPr lang="en-IN"/>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76516A9A-842B-4F78-A6FD-0CF876A48F8D}" type="slidenum">
              <a:rPr lang="en-IN" smtClean="0"/>
              <a:t>‹#›</a:t>
            </a:fld>
            <a:endParaRPr lang="en-IN"/>
          </a:p>
        </p:txBody>
      </p:sp>
    </p:spTree>
    <p:extLst>
      <p:ext uri="{BB962C8B-B14F-4D97-AF65-F5344CB8AC3E}">
        <p14:creationId xmlns:p14="http://schemas.microsoft.com/office/powerpoint/2010/main" val="1231268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6BC9AD5-7587-7C6F-2E73-74ECC390762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AF27AD9-B989-7145-825A-E98C76CB78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752B91E-16EE-9BB9-29BD-D22B744A3D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4844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78BE245-89D8-AED4-D539-571385DF0AE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714A29F-74C1-4CA4-8B61-834AF1658F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D0E7B74-BB62-00E1-A196-28C33F0EEC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6838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4C003E6-AFAB-97EB-CE9B-A6F85CFFA729}"/>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99313E1-A0D5-D6A4-5C1E-20CBAA1140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7990DD06-EDA0-EE1D-9FD0-CB1ED200C5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6181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A8F6C0F-798C-8657-0F55-13C67302AB7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0AA270E-5348-F946-9742-6EB052C215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F71BEBC9-2940-0430-FCA8-2FB1D28166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1725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9CAA5D9-78C1-9972-E12C-634BCC30E264}"/>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C0E358E-A9CA-EC2A-C574-83C449D57B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1795DF5-D86E-F43E-2D2F-16877C8B7C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91304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8A8102A-DAAF-E1A1-7F41-F4B112428C5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14FADAB-7F8D-DD46-1E30-7556ECA594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61023A5D-67C1-EB30-0D0E-7F0ACFE547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598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8CF55A4-6F84-A8E9-DA85-306CB679CE2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2E544AEE-7A81-FE91-9A44-EC7090A7AE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9655926A-F1AD-3208-5E95-9FC0DBC02E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9110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F74017E-7145-02F6-B90C-6C8304305EB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2384DA76-A2CD-0B6B-F4D1-AF46A9B49E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D59207B-3917-B090-F629-720380FD2A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3769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E17F1D1-DB3F-B4BB-B125-5CA3F7AF4BB1}"/>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3C55365-87A9-0B47-6D2B-7F8E1A8036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E4F63E9-CEAD-27EA-D999-906449B367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707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12573A3-33E8-A73A-1F57-61CD894E871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A1FA16C-A428-251A-3634-4BA09ADD3D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0705B938-5309-8902-1AF8-E52A918F1E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7996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03433242-62F3-7333-C432-C211B240A10C}"/>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1CB488F3-0C78-7584-1101-76F417DB3F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53053999-61CB-94D1-C484-3B7062ED2FED}"/>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21180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B344B75E-8506-65E2-7ADA-504357E2878E}"/>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3B76CFF5-0F4A-EB16-C6BD-7834CDAE4C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CA02BC39-19EA-EC3B-7DF1-1ADB198AF4E3}"/>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15844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6E134BD6-AC58-1CA1-AD13-1D998985F314}"/>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0410928C-8350-DBA8-126D-6D4C3387F8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D5FBDAD4-D07E-D93F-95E2-DC77FCDCC748}"/>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5016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4A718D1A-FA37-E1E1-CED3-6F8189919C3C}"/>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D1117E33-A33C-2F0E-7005-66AEF210B0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F8E33466-15F2-ECE3-1BB2-142072AFDF1E}"/>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32260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21CEEC18-2D87-6B0E-1761-75C42A1AC0F5}"/>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5947DC70-A5C9-B3BA-8AEF-4FFA764644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6217BE40-644D-56EC-1442-656B223999C0}"/>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42910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3641F5CF-3397-818E-0EB3-C8E1ED52813D}"/>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E6BBF121-527F-84BD-303C-0F570388AC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255C00DE-BB58-E4B1-EEB4-55ABF2B8FDE3}"/>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18347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ABC257E7-2254-48CC-5E5B-5A36DF7ECE32}"/>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BC1D7BD4-9145-0647-8E72-DB4AAA8CEB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DA6AD7AF-BD25-F87E-3907-DBB797398EE0}"/>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75864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0DCD723C-881E-003F-C1A9-D535A74E5CAB}"/>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BDD4F70F-5570-69A2-E725-FE0C44869D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19E0771A-BB82-7899-C11E-535AE4B5C70A}"/>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9048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A61F7737-96D0-29A6-56F0-BA80D09AD9B4}"/>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39AF89AD-45B5-E244-188A-793C4A0F4D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34D049A4-758A-7723-4CAF-CAE8D9A44CD4}"/>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5481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B64039BF-6FF4-92A1-4E6A-0461841B7AF6}"/>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E69436F7-0CC5-246A-AD54-6D991F3B29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B3C15426-5281-03A3-58AD-C3E6AABCE437}"/>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50245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BB9FD8B7-C646-0DB6-B17B-21D2ED18A873}"/>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329D7AB4-FBC7-561C-46C6-FB53EF8AA0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50D656E0-94CD-9191-B317-8F03B4EE1D9B}"/>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51102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35E7DF0A-53D9-7842-36D3-7C75FEEE3D07}"/>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C3353ACD-A079-25F5-C4EE-54A8946F6D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356C6B35-93C1-49EA-43C7-29052C023D01}"/>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94726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1FE470CC-BFA9-BBA6-7098-357C3140132B}"/>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3AD787FA-9185-D1C9-96B0-01668E1EDB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1E9BFDBA-7B48-3B38-6E20-26D90426986E}"/>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78398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3151B5DA-5A80-59DE-E0EA-0A1B983CF69A}"/>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21CEBCDC-1651-9344-4279-59DBFF4271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037EC5CB-1C7A-A56F-ADA7-744851522DF5}"/>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25853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CCE8B691-7FF9-4B5C-6C0B-BF635A1B8389}"/>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13810813-C146-8E82-95D8-C2BB7121C9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53B4C8E5-168E-D6C2-F3F8-809EE7F48CEF}"/>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07147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13C4EFDE-390C-DEFF-3592-F4C973D648F2}"/>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64E0F845-763A-1C26-49AC-1A5DFED4C2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1CD6F46D-7EC2-8511-AC53-8CF05A0B002D}"/>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9160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62D48DC8-32C2-514D-E1E8-7E27F48A6794}"/>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8AC0EC9B-08FD-639B-5F8F-7EE9514396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761D95BC-D3DA-E51A-75CD-FFCFB059F752}"/>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123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974FB09D-239A-5D0C-2956-C5111884AEE0}"/>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99FD184A-85BA-F32C-6FDC-7AEEE6FC4B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67203098-C62D-19BB-3121-389F36168969}"/>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49026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50D86441-568D-C90B-8025-55D9FA429D63}"/>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561DBBC3-8742-D7CB-0423-F407ADC4F0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372CBE36-C422-6263-D231-E8955F25F770}"/>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53744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0DBE5340-27CC-A9A8-AFC5-81823F1FB50B}"/>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3B6A18B4-999E-44C6-4C7E-7681C5C1E6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226AE6E2-F911-4ACE-4257-0ABDC97F4E7F}"/>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34880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1F139215-CD57-EFE4-DE94-80F51B641B13}"/>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FB00E414-F239-0D55-6A6C-2EB74B5CFC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828F70F3-3618-A1A0-AED2-3DEE2E492272}"/>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85404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3D00FA72-2A10-8D99-3FEA-D3AE77C8E36D}"/>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D8551749-5EC1-ED59-ADFD-BA47860286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35D20625-E35D-2867-47E1-F310193F98B9}"/>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64893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03D5F2B9-063A-C6B1-7870-DF188BFB764A}"/>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EF2312AF-5208-420D-2CA2-66D4E6DC5E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D9C052FD-7428-EEE2-CDB0-0066B9CC71F2}"/>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42322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0B36FB3E-E907-30AF-E04A-C78C15974FC2}"/>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51EAC111-B25C-0B76-C4D6-97EBB0062B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D23B4A4D-1A1B-80AF-71BD-6039266C9AE1}"/>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02704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91436718-052F-55E6-AEAA-0BBD3129982F}"/>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A3C9F772-22DF-68DC-9BED-B39FCB5C0D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5700A718-2D95-67C4-32F6-2E108A72F0DC}"/>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33326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9E3AD845-6FC3-C6F9-29AE-8091B2ADCFF8}"/>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F3BCAD96-C29D-C275-6E18-30126D3172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A6DACB07-2F61-B40C-CFAC-1B76CBC6ECA7}"/>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6986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642D5173-EE67-7A02-28A2-C9325992A7D4}"/>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44AFCA8E-DFC0-3383-0CCA-F07A7F5CE3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91865618-D5AB-B86C-7DF8-8D17A213B341}"/>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88933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BC88D376-E0FB-3E8B-AA6F-F22C8997CD4E}"/>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FA2B3769-648E-8FBB-18CA-ECE8CA495D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C2500205-776E-3A7F-C7CD-25C0A82951C7}"/>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14090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70621247-FDA7-A6E3-5D9C-328A006B01E1}"/>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90B19EF8-AC0A-9AF9-2A21-0CCB09CBB3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164F4815-D6C1-A150-67C3-F0E7739162CC}"/>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53217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F11BAFB7-8CD9-BAC3-4DD2-FAB70FFF5625}"/>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194EF8A0-EF5A-8BB8-B700-5290EA09C4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93FD98FD-6FEB-BBE9-E80D-1DB42728FA1E}"/>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32761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E9E279CF-9602-E894-2271-DF6C99039CA2}"/>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7A1A5DAD-268D-E9DD-88C6-7C1FD7BD83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0A8B1CC7-A70B-7C0C-499C-FFE203DB64CC}"/>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43240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7A53E431-7AB7-BBE0-3BFD-FACA8E7BDD77}"/>
            </a:ext>
          </a:extLst>
        </p:cNvPr>
        <p:cNvGrpSpPr/>
        <p:nvPr/>
      </p:nvGrpSpPr>
      <p:grpSpPr>
        <a:xfrm>
          <a:off x="0" y="0"/>
          <a:ext cx="0" cy="0"/>
          <a:chOff x="0" y="0"/>
          <a:chExt cx="0" cy="0"/>
        </a:xfrm>
      </p:grpSpPr>
      <p:sp>
        <p:nvSpPr>
          <p:cNvPr id="84" name="Google Shape;84;p1:notes">
            <a:extLst>
              <a:ext uri="{FF2B5EF4-FFF2-40B4-BE49-F238E27FC236}">
                <a16:creationId xmlns:a16="http://schemas.microsoft.com/office/drawing/2014/main" id="{A81B2E54-D093-3276-D819-AFB5506E4A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a:extLst>
              <a:ext uri="{FF2B5EF4-FFF2-40B4-BE49-F238E27FC236}">
                <a16:creationId xmlns:a16="http://schemas.microsoft.com/office/drawing/2014/main" id="{0B061FEE-4FDF-B937-5735-1BF63D9863CB}"/>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73030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37E3B8E-D1AD-0B28-F69E-107A890A8C66}"/>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4100C81E-FFB3-4B9F-30DC-43C2E7AB3E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EEBA9A39-F480-4471-DCE3-1FD526924D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931046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43D61E4-D975-2107-0587-3AE392030FEE}"/>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9F67593E-3A9C-5021-353A-F270990E8E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59233310-18DD-4BC4-89DC-E4E6D10805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4212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868892" y="1093417"/>
            <a:ext cx="8568531" cy="1215472"/>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1680105" y="2750641"/>
            <a:ext cx="7056437" cy="1449141"/>
          </a:xfrm>
          <a:prstGeom prst="rect">
            <a:avLst/>
          </a:prstGeom>
          <a:noFill/>
          <a:ln>
            <a:noFill/>
          </a:ln>
        </p:spPr>
        <p:txBody>
          <a:bodyPr spcFirstLastPara="1" wrap="square" lIns="91425" tIns="45700" rIns="91425" bIns="45700" anchor="t" anchorCtr="0">
            <a:normAutofit/>
          </a:bodyPr>
          <a:lstStyle>
            <a:lvl1pPr lvl="0" algn="ctr" rtl="0">
              <a:spcBef>
                <a:spcPts val="248"/>
              </a:spcBef>
              <a:spcAft>
                <a:spcPts val="0"/>
              </a:spcAft>
              <a:buClr>
                <a:srgbClr val="17365D"/>
              </a:buClr>
              <a:buSzPts val="2000"/>
              <a:buNone/>
              <a:defRPr sz="1240" b="1">
                <a:solidFill>
                  <a:srgbClr val="17365D"/>
                </a:solidFill>
              </a:defRPr>
            </a:lvl1pPr>
            <a:lvl2pPr lvl="1" algn="ctr" rtl="0">
              <a:spcBef>
                <a:spcPts val="248"/>
              </a:spcBef>
              <a:spcAft>
                <a:spcPts val="0"/>
              </a:spcAft>
              <a:buClr>
                <a:srgbClr val="888888"/>
              </a:buClr>
              <a:buSzPts val="2000"/>
              <a:buNone/>
              <a:defRPr>
                <a:solidFill>
                  <a:srgbClr val="888888"/>
                </a:solidFill>
              </a:defRPr>
            </a:lvl2pPr>
            <a:lvl3pPr lvl="2" algn="ctr" rtl="0">
              <a:spcBef>
                <a:spcPts val="224"/>
              </a:spcBef>
              <a:spcAft>
                <a:spcPts val="0"/>
              </a:spcAft>
              <a:buClr>
                <a:srgbClr val="888888"/>
              </a:buClr>
              <a:buSzPts val="1800"/>
              <a:buNone/>
              <a:defRPr>
                <a:solidFill>
                  <a:srgbClr val="888888"/>
                </a:solidFill>
              </a:defRPr>
            </a:lvl3pPr>
            <a:lvl4pPr lvl="3" algn="ctr" rtl="0">
              <a:spcBef>
                <a:spcPts val="199"/>
              </a:spcBef>
              <a:spcAft>
                <a:spcPts val="0"/>
              </a:spcAft>
              <a:buClr>
                <a:srgbClr val="888888"/>
              </a:buClr>
              <a:buSzPts val="1600"/>
              <a:buNone/>
              <a:defRPr>
                <a:solidFill>
                  <a:srgbClr val="888888"/>
                </a:solidFill>
              </a:defRPr>
            </a:lvl4pPr>
            <a:lvl5pPr lvl="4" algn="ctr" rtl="0">
              <a:spcBef>
                <a:spcPts val="199"/>
              </a:spcBef>
              <a:spcAft>
                <a:spcPts val="0"/>
              </a:spcAft>
              <a:buClr>
                <a:srgbClr val="888888"/>
              </a:buClr>
              <a:buSzPts val="1600"/>
              <a:buNone/>
              <a:defRPr>
                <a:solidFill>
                  <a:srgbClr val="888888"/>
                </a:solidFill>
              </a:defRPr>
            </a:lvl5pPr>
            <a:lvl6pPr lvl="5" algn="ctr" rtl="0">
              <a:spcBef>
                <a:spcPts val="248"/>
              </a:spcBef>
              <a:spcAft>
                <a:spcPts val="0"/>
              </a:spcAft>
              <a:buClr>
                <a:srgbClr val="888888"/>
              </a:buClr>
              <a:buSzPts val="2000"/>
              <a:buNone/>
              <a:defRPr>
                <a:solidFill>
                  <a:srgbClr val="888888"/>
                </a:solidFill>
              </a:defRPr>
            </a:lvl6pPr>
            <a:lvl7pPr lvl="6" algn="ctr" rtl="0">
              <a:spcBef>
                <a:spcPts val="248"/>
              </a:spcBef>
              <a:spcAft>
                <a:spcPts val="0"/>
              </a:spcAft>
              <a:buClr>
                <a:srgbClr val="888888"/>
              </a:buClr>
              <a:buSzPts val="2000"/>
              <a:buNone/>
              <a:defRPr>
                <a:solidFill>
                  <a:srgbClr val="888888"/>
                </a:solidFill>
              </a:defRPr>
            </a:lvl7pPr>
            <a:lvl8pPr lvl="7" algn="ctr" rtl="0">
              <a:spcBef>
                <a:spcPts val="248"/>
              </a:spcBef>
              <a:spcAft>
                <a:spcPts val="0"/>
              </a:spcAft>
              <a:buClr>
                <a:srgbClr val="888888"/>
              </a:buClr>
              <a:buSzPts val="2000"/>
              <a:buNone/>
              <a:defRPr>
                <a:solidFill>
                  <a:srgbClr val="888888"/>
                </a:solidFill>
              </a:defRPr>
            </a:lvl8pPr>
            <a:lvl9pPr lvl="8" algn="ctr" rtl="0">
              <a:spcBef>
                <a:spcPts val="248"/>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504036" y="5255762"/>
            <a:ext cx="2352229" cy="301884"/>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444217" y="5255762"/>
            <a:ext cx="3192115" cy="301884"/>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7224451" y="5255762"/>
            <a:ext cx="2352229" cy="301884"/>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727793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672043" y="227085"/>
            <a:ext cx="8820547" cy="40309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672043" y="945095"/>
            <a:ext cx="8820547" cy="4095397"/>
          </a:xfrm>
          <a:prstGeom prst="rect">
            <a:avLst/>
          </a:prstGeom>
          <a:noFill/>
          <a:ln>
            <a:noFill/>
          </a:ln>
        </p:spPr>
        <p:txBody>
          <a:bodyPr spcFirstLastPara="1" wrap="square" lIns="91425" tIns="45700" rIns="91425" bIns="45700" anchor="t" anchorCtr="0">
            <a:normAutofit/>
          </a:bodyPr>
          <a:lstStyle>
            <a:lvl1pPr marL="283533" lvl="0" indent="-236276" algn="l" rtl="0">
              <a:spcBef>
                <a:spcPts val="299"/>
              </a:spcBef>
              <a:spcAft>
                <a:spcPts val="0"/>
              </a:spcAft>
              <a:buClr>
                <a:schemeClr val="dk1"/>
              </a:buClr>
              <a:buSzPts val="2400"/>
              <a:buChar char="•"/>
              <a:defRPr>
                <a:solidFill>
                  <a:schemeClr val="dk1"/>
                </a:solidFill>
              </a:defRPr>
            </a:lvl1pPr>
            <a:lvl2pPr marL="567065" lvl="1" indent="-220526" algn="l" rtl="0">
              <a:spcBef>
                <a:spcPts val="248"/>
              </a:spcBef>
              <a:spcAft>
                <a:spcPts val="0"/>
              </a:spcAft>
              <a:buClr>
                <a:schemeClr val="dk1"/>
              </a:buClr>
              <a:buSzPts val="2000"/>
              <a:buChar char="–"/>
              <a:defRPr>
                <a:solidFill>
                  <a:schemeClr val="dk1"/>
                </a:solidFill>
              </a:defRPr>
            </a:lvl2pPr>
            <a:lvl3pPr marL="850598" lvl="2" indent="-212649" algn="l" rtl="0">
              <a:spcBef>
                <a:spcPts val="224"/>
              </a:spcBef>
              <a:spcAft>
                <a:spcPts val="0"/>
              </a:spcAft>
              <a:buClr>
                <a:schemeClr val="dk1"/>
              </a:buClr>
              <a:buSzPts val="1800"/>
              <a:buChar char="•"/>
              <a:defRPr>
                <a:solidFill>
                  <a:schemeClr val="dk1"/>
                </a:solidFill>
              </a:defRPr>
            </a:lvl3pPr>
            <a:lvl4pPr marL="1134129" lvl="3" indent="-204774" algn="l" rtl="0">
              <a:spcBef>
                <a:spcPts val="199"/>
              </a:spcBef>
              <a:spcAft>
                <a:spcPts val="0"/>
              </a:spcAft>
              <a:buClr>
                <a:schemeClr val="dk1"/>
              </a:buClr>
              <a:buSzPts val="1600"/>
              <a:buChar char="–"/>
              <a:defRPr>
                <a:solidFill>
                  <a:schemeClr val="dk1"/>
                </a:solidFill>
              </a:defRPr>
            </a:lvl4pPr>
            <a:lvl5pPr marL="1417661" lvl="4" indent="-204774" algn="l" rtl="0">
              <a:spcBef>
                <a:spcPts val="199"/>
              </a:spcBef>
              <a:spcAft>
                <a:spcPts val="0"/>
              </a:spcAft>
              <a:buClr>
                <a:schemeClr val="dk1"/>
              </a:buClr>
              <a:buSzPts val="1600"/>
              <a:buChar char="»"/>
              <a:defRPr>
                <a:solidFill>
                  <a:schemeClr val="dk1"/>
                </a:solidFill>
              </a:defRPr>
            </a:lvl5pPr>
            <a:lvl6pPr marL="1701194" lvl="5" indent="-212649" algn="l" rtl="0">
              <a:spcBef>
                <a:spcPts val="224"/>
              </a:spcBef>
              <a:spcAft>
                <a:spcPts val="0"/>
              </a:spcAft>
              <a:buClr>
                <a:schemeClr val="dk1"/>
              </a:buClr>
              <a:buSzPts val="1800"/>
              <a:buChar char="•"/>
              <a:defRPr/>
            </a:lvl6pPr>
            <a:lvl7pPr marL="1984726" lvl="6" indent="-212649" algn="l" rtl="0">
              <a:spcBef>
                <a:spcPts val="224"/>
              </a:spcBef>
              <a:spcAft>
                <a:spcPts val="0"/>
              </a:spcAft>
              <a:buClr>
                <a:schemeClr val="dk1"/>
              </a:buClr>
              <a:buSzPts val="1800"/>
              <a:buChar char="•"/>
              <a:defRPr/>
            </a:lvl7pPr>
            <a:lvl8pPr marL="2268258" lvl="7" indent="-212649" algn="l" rtl="0">
              <a:spcBef>
                <a:spcPts val="224"/>
              </a:spcBef>
              <a:spcAft>
                <a:spcPts val="0"/>
              </a:spcAft>
              <a:buClr>
                <a:schemeClr val="dk1"/>
              </a:buClr>
              <a:buSzPts val="1800"/>
              <a:buChar char="•"/>
              <a:defRPr/>
            </a:lvl8pPr>
            <a:lvl9pPr marL="2551790" lvl="8" indent="-212649" algn="l" rtl="0">
              <a:spcBef>
                <a:spcPts val="224"/>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504036" y="5255762"/>
            <a:ext cx="2352229" cy="301884"/>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3444217" y="5255762"/>
            <a:ext cx="3192115" cy="301884"/>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7224451" y="5255762"/>
            <a:ext cx="2352229" cy="301884"/>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151310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796301" y="3643856"/>
            <a:ext cx="8568531" cy="1126172"/>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2481"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796301" y="2403421"/>
            <a:ext cx="8568531" cy="1240526"/>
          </a:xfrm>
          <a:prstGeom prst="rect">
            <a:avLst/>
          </a:prstGeom>
          <a:noFill/>
          <a:ln>
            <a:noFill/>
          </a:ln>
        </p:spPr>
        <p:txBody>
          <a:bodyPr spcFirstLastPara="1" wrap="square" lIns="91425" tIns="45700" rIns="91425" bIns="45700" anchor="b" anchorCtr="0">
            <a:normAutofit/>
          </a:bodyPr>
          <a:lstStyle>
            <a:lvl1pPr marL="283533" lvl="0" indent="-141767" algn="l" rtl="0">
              <a:spcBef>
                <a:spcPts val="248"/>
              </a:spcBef>
              <a:spcAft>
                <a:spcPts val="0"/>
              </a:spcAft>
              <a:buClr>
                <a:srgbClr val="888888"/>
              </a:buClr>
              <a:buSzPts val="2000"/>
              <a:buNone/>
              <a:defRPr sz="1240">
                <a:solidFill>
                  <a:srgbClr val="888888"/>
                </a:solidFill>
              </a:defRPr>
            </a:lvl1pPr>
            <a:lvl2pPr marL="567065" lvl="1" indent="-141767" algn="l" rtl="0">
              <a:spcBef>
                <a:spcPts val="224"/>
              </a:spcBef>
              <a:spcAft>
                <a:spcPts val="0"/>
              </a:spcAft>
              <a:buClr>
                <a:srgbClr val="888888"/>
              </a:buClr>
              <a:buSzPts val="1800"/>
              <a:buNone/>
              <a:defRPr sz="1117">
                <a:solidFill>
                  <a:srgbClr val="888888"/>
                </a:solidFill>
              </a:defRPr>
            </a:lvl2pPr>
            <a:lvl3pPr marL="850598" lvl="2" indent="-141767" algn="l" rtl="0">
              <a:spcBef>
                <a:spcPts val="199"/>
              </a:spcBef>
              <a:spcAft>
                <a:spcPts val="0"/>
              </a:spcAft>
              <a:buClr>
                <a:srgbClr val="888888"/>
              </a:buClr>
              <a:buSzPts val="1600"/>
              <a:buNone/>
              <a:defRPr sz="992">
                <a:solidFill>
                  <a:srgbClr val="888888"/>
                </a:solidFill>
              </a:defRPr>
            </a:lvl3pPr>
            <a:lvl4pPr marL="1134129" lvl="3" indent="-141767" algn="l" rtl="0">
              <a:spcBef>
                <a:spcPts val="175"/>
              </a:spcBef>
              <a:spcAft>
                <a:spcPts val="0"/>
              </a:spcAft>
              <a:buClr>
                <a:srgbClr val="888888"/>
              </a:buClr>
              <a:buSzPts val="1400"/>
              <a:buNone/>
              <a:defRPr sz="869">
                <a:solidFill>
                  <a:srgbClr val="888888"/>
                </a:solidFill>
              </a:defRPr>
            </a:lvl4pPr>
            <a:lvl5pPr marL="1417661" lvl="4" indent="-141767" algn="l" rtl="0">
              <a:spcBef>
                <a:spcPts val="175"/>
              </a:spcBef>
              <a:spcAft>
                <a:spcPts val="0"/>
              </a:spcAft>
              <a:buClr>
                <a:srgbClr val="888888"/>
              </a:buClr>
              <a:buSzPts val="1400"/>
              <a:buNone/>
              <a:defRPr sz="869">
                <a:solidFill>
                  <a:srgbClr val="888888"/>
                </a:solidFill>
              </a:defRPr>
            </a:lvl5pPr>
            <a:lvl6pPr marL="1701194" lvl="5" indent="-141767" algn="l" rtl="0">
              <a:spcBef>
                <a:spcPts val="175"/>
              </a:spcBef>
              <a:spcAft>
                <a:spcPts val="0"/>
              </a:spcAft>
              <a:buClr>
                <a:srgbClr val="888888"/>
              </a:buClr>
              <a:buSzPts val="1400"/>
              <a:buNone/>
              <a:defRPr sz="869">
                <a:solidFill>
                  <a:srgbClr val="888888"/>
                </a:solidFill>
              </a:defRPr>
            </a:lvl6pPr>
            <a:lvl7pPr marL="1984726" lvl="6" indent="-141767" algn="l" rtl="0">
              <a:spcBef>
                <a:spcPts val="175"/>
              </a:spcBef>
              <a:spcAft>
                <a:spcPts val="0"/>
              </a:spcAft>
              <a:buClr>
                <a:srgbClr val="888888"/>
              </a:buClr>
              <a:buSzPts val="1400"/>
              <a:buNone/>
              <a:defRPr sz="869">
                <a:solidFill>
                  <a:srgbClr val="888888"/>
                </a:solidFill>
              </a:defRPr>
            </a:lvl7pPr>
            <a:lvl8pPr marL="2268258" lvl="7" indent="-141767" algn="l" rtl="0">
              <a:spcBef>
                <a:spcPts val="175"/>
              </a:spcBef>
              <a:spcAft>
                <a:spcPts val="0"/>
              </a:spcAft>
              <a:buClr>
                <a:srgbClr val="888888"/>
              </a:buClr>
              <a:buSzPts val="1400"/>
              <a:buNone/>
              <a:defRPr sz="869">
                <a:solidFill>
                  <a:srgbClr val="888888"/>
                </a:solidFill>
              </a:defRPr>
            </a:lvl8pPr>
            <a:lvl9pPr marL="2551790" lvl="8" indent="-141767" algn="l" rtl="0">
              <a:spcBef>
                <a:spcPts val="175"/>
              </a:spcBef>
              <a:spcAft>
                <a:spcPts val="0"/>
              </a:spcAft>
              <a:buClr>
                <a:srgbClr val="888888"/>
              </a:buClr>
              <a:buSzPts val="1400"/>
              <a:buNone/>
              <a:defRPr sz="869">
                <a:solidFill>
                  <a:srgbClr val="888888"/>
                </a:solidFill>
              </a:defRPr>
            </a:lvl9pPr>
          </a:lstStyle>
          <a:p>
            <a:endParaRPr/>
          </a:p>
        </p:txBody>
      </p:sp>
      <p:sp>
        <p:nvSpPr>
          <p:cNvPr id="28" name="Google Shape;28;p4"/>
          <p:cNvSpPr txBox="1">
            <a:spLocks noGrp="1"/>
          </p:cNvSpPr>
          <p:nvPr>
            <p:ph type="dt" idx="10"/>
          </p:nvPr>
        </p:nvSpPr>
        <p:spPr>
          <a:xfrm>
            <a:off x="504036" y="5255762"/>
            <a:ext cx="2352229" cy="301884"/>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444217" y="5255762"/>
            <a:ext cx="3192115" cy="301884"/>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7224451" y="5255762"/>
            <a:ext cx="2352229" cy="301884"/>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868645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672043" y="227085"/>
            <a:ext cx="8820547" cy="40309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504034" y="1323131"/>
            <a:ext cx="4452194" cy="3742414"/>
          </a:xfrm>
          <a:prstGeom prst="rect">
            <a:avLst/>
          </a:prstGeom>
          <a:noFill/>
          <a:ln>
            <a:noFill/>
          </a:ln>
        </p:spPr>
        <p:txBody>
          <a:bodyPr spcFirstLastPara="1" wrap="square" lIns="91425" tIns="45700" rIns="91425" bIns="45700" anchor="t" anchorCtr="0">
            <a:normAutofit/>
          </a:bodyPr>
          <a:lstStyle>
            <a:lvl1pPr marL="283533" lvl="0" indent="-252029" algn="l" rtl="0">
              <a:spcBef>
                <a:spcPts val="347"/>
              </a:spcBef>
              <a:spcAft>
                <a:spcPts val="0"/>
              </a:spcAft>
              <a:buClr>
                <a:schemeClr val="dk1"/>
              </a:buClr>
              <a:buSzPts val="2800"/>
              <a:buChar char="•"/>
              <a:defRPr sz="1736"/>
            </a:lvl1pPr>
            <a:lvl2pPr marL="567065" lvl="1" indent="-236276" algn="l" rtl="0">
              <a:spcBef>
                <a:spcPts val="299"/>
              </a:spcBef>
              <a:spcAft>
                <a:spcPts val="0"/>
              </a:spcAft>
              <a:buClr>
                <a:schemeClr val="dk1"/>
              </a:buClr>
              <a:buSzPts val="2400"/>
              <a:buChar char="–"/>
              <a:defRPr sz="1488"/>
            </a:lvl2pPr>
            <a:lvl3pPr marL="850598" lvl="2" indent="-220526" algn="l" rtl="0">
              <a:spcBef>
                <a:spcPts val="248"/>
              </a:spcBef>
              <a:spcAft>
                <a:spcPts val="0"/>
              </a:spcAft>
              <a:buClr>
                <a:schemeClr val="dk1"/>
              </a:buClr>
              <a:buSzPts val="2000"/>
              <a:buChar char="•"/>
              <a:defRPr sz="1240"/>
            </a:lvl3pPr>
            <a:lvl4pPr marL="1134129" lvl="3" indent="-212649" algn="l" rtl="0">
              <a:spcBef>
                <a:spcPts val="224"/>
              </a:spcBef>
              <a:spcAft>
                <a:spcPts val="0"/>
              </a:spcAft>
              <a:buClr>
                <a:schemeClr val="dk1"/>
              </a:buClr>
              <a:buSzPts val="1800"/>
              <a:buChar char="–"/>
              <a:defRPr sz="1117"/>
            </a:lvl4pPr>
            <a:lvl5pPr marL="1417661" lvl="4" indent="-212649" algn="l" rtl="0">
              <a:spcBef>
                <a:spcPts val="224"/>
              </a:spcBef>
              <a:spcAft>
                <a:spcPts val="0"/>
              </a:spcAft>
              <a:buClr>
                <a:schemeClr val="dk1"/>
              </a:buClr>
              <a:buSzPts val="1800"/>
              <a:buChar char="»"/>
              <a:defRPr sz="1117"/>
            </a:lvl5pPr>
            <a:lvl6pPr marL="1701194" lvl="5" indent="-212649" algn="l" rtl="0">
              <a:spcBef>
                <a:spcPts val="224"/>
              </a:spcBef>
              <a:spcAft>
                <a:spcPts val="0"/>
              </a:spcAft>
              <a:buClr>
                <a:schemeClr val="dk1"/>
              </a:buClr>
              <a:buSzPts val="1800"/>
              <a:buChar char="•"/>
              <a:defRPr sz="1117"/>
            </a:lvl6pPr>
            <a:lvl7pPr marL="1984726" lvl="6" indent="-212649" algn="l" rtl="0">
              <a:spcBef>
                <a:spcPts val="224"/>
              </a:spcBef>
              <a:spcAft>
                <a:spcPts val="0"/>
              </a:spcAft>
              <a:buClr>
                <a:schemeClr val="dk1"/>
              </a:buClr>
              <a:buSzPts val="1800"/>
              <a:buChar char="•"/>
              <a:defRPr sz="1117"/>
            </a:lvl7pPr>
            <a:lvl8pPr marL="2268258" lvl="7" indent="-212649" algn="l" rtl="0">
              <a:spcBef>
                <a:spcPts val="224"/>
              </a:spcBef>
              <a:spcAft>
                <a:spcPts val="0"/>
              </a:spcAft>
              <a:buClr>
                <a:schemeClr val="dk1"/>
              </a:buClr>
              <a:buSzPts val="1800"/>
              <a:buChar char="•"/>
              <a:defRPr sz="1117"/>
            </a:lvl8pPr>
            <a:lvl9pPr marL="2551790" lvl="8" indent="-212649" algn="l" rtl="0">
              <a:spcBef>
                <a:spcPts val="224"/>
              </a:spcBef>
              <a:spcAft>
                <a:spcPts val="0"/>
              </a:spcAft>
              <a:buClr>
                <a:schemeClr val="dk1"/>
              </a:buClr>
              <a:buSzPts val="1800"/>
              <a:buChar char="•"/>
              <a:defRPr sz="1117"/>
            </a:lvl9pPr>
          </a:lstStyle>
          <a:p>
            <a:endParaRPr/>
          </a:p>
        </p:txBody>
      </p:sp>
      <p:sp>
        <p:nvSpPr>
          <p:cNvPr id="34" name="Google Shape;34;p5"/>
          <p:cNvSpPr txBox="1">
            <a:spLocks noGrp="1"/>
          </p:cNvSpPr>
          <p:nvPr>
            <p:ph type="body" idx="2"/>
          </p:nvPr>
        </p:nvSpPr>
        <p:spPr>
          <a:xfrm>
            <a:off x="5124321" y="1323131"/>
            <a:ext cx="4452194" cy="3742414"/>
          </a:xfrm>
          <a:prstGeom prst="rect">
            <a:avLst/>
          </a:prstGeom>
          <a:noFill/>
          <a:ln>
            <a:noFill/>
          </a:ln>
        </p:spPr>
        <p:txBody>
          <a:bodyPr spcFirstLastPara="1" wrap="square" lIns="91425" tIns="45700" rIns="91425" bIns="45700" anchor="t" anchorCtr="0">
            <a:normAutofit/>
          </a:bodyPr>
          <a:lstStyle>
            <a:lvl1pPr marL="283533" lvl="0" indent="-252029" algn="l" rtl="0">
              <a:spcBef>
                <a:spcPts val="347"/>
              </a:spcBef>
              <a:spcAft>
                <a:spcPts val="0"/>
              </a:spcAft>
              <a:buClr>
                <a:schemeClr val="dk1"/>
              </a:buClr>
              <a:buSzPts val="2800"/>
              <a:buChar char="•"/>
              <a:defRPr sz="1736"/>
            </a:lvl1pPr>
            <a:lvl2pPr marL="567065" lvl="1" indent="-236276" algn="l" rtl="0">
              <a:spcBef>
                <a:spcPts val="299"/>
              </a:spcBef>
              <a:spcAft>
                <a:spcPts val="0"/>
              </a:spcAft>
              <a:buClr>
                <a:schemeClr val="dk1"/>
              </a:buClr>
              <a:buSzPts val="2400"/>
              <a:buChar char="–"/>
              <a:defRPr sz="1488"/>
            </a:lvl2pPr>
            <a:lvl3pPr marL="850598" lvl="2" indent="-220526" algn="l" rtl="0">
              <a:spcBef>
                <a:spcPts val="248"/>
              </a:spcBef>
              <a:spcAft>
                <a:spcPts val="0"/>
              </a:spcAft>
              <a:buClr>
                <a:schemeClr val="dk1"/>
              </a:buClr>
              <a:buSzPts val="2000"/>
              <a:buChar char="•"/>
              <a:defRPr sz="1240"/>
            </a:lvl3pPr>
            <a:lvl4pPr marL="1134129" lvl="3" indent="-212649" algn="l" rtl="0">
              <a:spcBef>
                <a:spcPts val="224"/>
              </a:spcBef>
              <a:spcAft>
                <a:spcPts val="0"/>
              </a:spcAft>
              <a:buClr>
                <a:schemeClr val="dk1"/>
              </a:buClr>
              <a:buSzPts val="1800"/>
              <a:buChar char="–"/>
              <a:defRPr sz="1117"/>
            </a:lvl4pPr>
            <a:lvl5pPr marL="1417661" lvl="4" indent="-212649" algn="l" rtl="0">
              <a:spcBef>
                <a:spcPts val="224"/>
              </a:spcBef>
              <a:spcAft>
                <a:spcPts val="0"/>
              </a:spcAft>
              <a:buClr>
                <a:schemeClr val="dk1"/>
              </a:buClr>
              <a:buSzPts val="1800"/>
              <a:buChar char="»"/>
              <a:defRPr sz="1117"/>
            </a:lvl5pPr>
            <a:lvl6pPr marL="1701194" lvl="5" indent="-212649" algn="l" rtl="0">
              <a:spcBef>
                <a:spcPts val="224"/>
              </a:spcBef>
              <a:spcAft>
                <a:spcPts val="0"/>
              </a:spcAft>
              <a:buClr>
                <a:schemeClr val="dk1"/>
              </a:buClr>
              <a:buSzPts val="1800"/>
              <a:buChar char="•"/>
              <a:defRPr sz="1117"/>
            </a:lvl6pPr>
            <a:lvl7pPr marL="1984726" lvl="6" indent="-212649" algn="l" rtl="0">
              <a:spcBef>
                <a:spcPts val="224"/>
              </a:spcBef>
              <a:spcAft>
                <a:spcPts val="0"/>
              </a:spcAft>
              <a:buClr>
                <a:schemeClr val="dk1"/>
              </a:buClr>
              <a:buSzPts val="1800"/>
              <a:buChar char="•"/>
              <a:defRPr sz="1117"/>
            </a:lvl7pPr>
            <a:lvl8pPr marL="2268258" lvl="7" indent="-212649" algn="l" rtl="0">
              <a:spcBef>
                <a:spcPts val="224"/>
              </a:spcBef>
              <a:spcAft>
                <a:spcPts val="0"/>
              </a:spcAft>
              <a:buClr>
                <a:schemeClr val="dk1"/>
              </a:buClr>
              <a:buSzPts val="1800"/>
              <a:buChar char="•"/>
              <a:defRPr sz="1117"/>
            </a:lvl8pPr>
            <a:lvl9pPr marL="2551790" lvl="8" indent="-212649" algn="l" rtl="0">
              <a:spcBef>
                <a:spcPts val="224"/>
              </a:spcBef>
              <a:spcAft>
                <a:spcPts val="0"/>
              </a:spcAft>
              <a:buClr>
                <a:schemeClr val="dk1"/>
              </a:buClr>
              <a:buSzPts val="1800"/>
              <a:buChar char="•"/>
              <a:defRPr sz="1117"/>
            </a:lvl9pPr>
          </a:lstStyle>
          <a:p>
            <a:endParaRPr/>
          </a:p>
        </p:txBody>
      </p:sp>
      <p:sp>
        <p:nvSpPr>
          <p:cNvPr id="35" name="Google Shape;35;p5"/>
          <p:cNvSpPr txBox="1">
            <a:spLocks noGrp="1"/>
          </p:cNvSpPr>
          <p:nvPr>
            <p:ph type="dt" idx="10"/>
          </p:nvPr>
        </p:nvSpPr>
        <p:spPr>
          <a:xfrm>
            <a:off x="504036" y="5255762"/>
            <a:ext cx="2352229" cy="301884"/>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444217" y="5255762"/>
            <a:ext cx="3192115" cy="301884"/>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7224451" y="5255762"/>
            <a:ext cx="2352229" cy="301884"/>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88031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10546" y="252025"/>
            <a:ext cx="8820547" cy="40309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504031" y="1269313"/>
            <a:ext cx="4453929" cy="529103"/>
          </a:xfrm>
          <a:prstGeom prst="rect">
            <a:avLst/>
          </a:prstGeom>
          <a:noFill/>
          <a:ln>
            <a:noFill/>
          </a:ln>
        </p:spPr>
        <p:txBody>
          <a:bodyPr spcFirstLastPara="1" wrap="square" lIns="91425" tIns="45700" rIns="91425" bIns="45700" anchor="b" anchorCtr="0">
            <a:normAutofit/>
          </a:bodyPr>
          <a:lstStyle>
            <a:lvl1pPr marL="283533" lvl="0" indent="-141767" algn="l" rtl="0">
              <a:spcBef>
                <a:spcPts val="299"/>
              </a:spcBef>
              <a:spcAft>
                <a:spcPts val="0"/>
              </a:spcAft>
              <a:buClr>
                <a:schemeClr val="dk1"/>
              </a:buClr>
              <a:buSzPts val="2400"/>
              <a:buNone/>
              <a:defRPr sz="1488" b="1"/>
            </a:lvl1pPr>
            <a:lvl2pPr marL="567065" lvl="1" indent="-141767" algn="l" rtl="0">
              <a:spcBef>
                <a:spcPts val="248"/>
              </a:spcBef>
              <a:spcAft>
                <a:spcPts val="0"/>
              </a:spcAft>
              <a:buClr>
                <a:schemeClr val="dk1"/>
              </a:buClr>
              <a:buSzPts val="2000"/>
              <a:buNone/>
              <a:defRPr sz="1240" b="1"/>
            </a:lvl2pPr>
            <a:lvl3pPr marL="850598" lvl="2" indent="-141767" algn="l" rtl="0">
              <a:spcBef>
                <a:spcPts val="224"/>
              </a:spcBef>
              <a:spcAft>
                <a:spcPts val="0"/>
              </a:spcAft>
              <a:buClr>
                <a:schemeClr val="dk1"/>
              </a:buClr>
              <a:buSzPts val="1800"/>
              <a:buNone/>
              <a:defRPr sz="1117" b="1"/>
            </a:lvl3pPr>
            <a:lvl4pPr marL="1134129" lvl="3" indent="-141767" algn="l" rtl="0">
              <a:spcBef>
                <a:spcPts val="199"/>
              </a:spcBef>
              <a:spcAft>
                <a:spcPts val="0"/>
              </a:spcAft>
              <a:buClr>
                <a:schemeClr val="dk1"/>
              </a:buClr>
              <a:buSzPts val="1600"/>
              <a:buNone/>
              <a:defRPr sz="992" b="1"/>
            </a:lvl4pPr>
            <a:lvl5pPr marL="1417661" lvl="4" indent="-141767" algn="l" rtl="0">
              <a:spcBef>
                <a:spcPts val="199"/>
              </a:spcBef>
              <a:spcAft>
                <a:spcPts val="0"/>
              </a:spcAft>
              <a:buClr>
                <a:schemeClr val="dk1"/>
              </a:buClr>
              <a:buSzPts val="1600"/>
              <a:buNone/>
              <a:defRPr sz="992" b="1"/>
            </a:lvl5pPr>
            <a:lvl6pPr marL="1701194" lvl="5" indent="-141767" algn="l" rtl="0">
              <a:spcBef>
                <a:spcPts val="199"/>
              </a:spcBef>
              <a:spcAft>
                <a:spcPts val="0"/>
              </a:spcAft>
              <a:buClr>
                <a:schemeClr val="dk1"/>
              </a:buClr>
              <a:buSzPts val="1600"/>
              <a:buNone/>
              <a:defRPr sz="992" b="1"/>
            </a:lvl6pPr>
            <a:lvl7pPr marL="1984726" lvl="6" indent="-141767" algn="l" rtl="0">
              <a:spcBef>
                <a:spcPts val="199"/>
              </a:spcBef>
              <a:spcAft>
                <a:spcPts val="0"/>
              </a:spcAft>
              <a:buClr>
                <a:schemeClr val="dk1"/>
              </a:buClr>
              <a:buSzPts val="1600"/>
              <a:buNone/>
              <a:defRPr sz="992" b="1"/>
            </a:lvl7pPr>
            <a:lvl8pPr marL="2268258" lvl="7" indent="-141767" algn="l" rtl="0">
              <a:spcBef>
                <a:spcPts val="199"/>
              </a:spcBef>
              <a:spcAft>
                <a:spcPts val="0"/>
              </a:spcAft>
              <a:buClr>
                <a:schemeClr val="dk1"/>
              </a:buClr>
              <a:buSzPts val="1600"/>
              <a:buNone/>
              <a:defRPr sz="992" b="1"/>
            </a:lvl8pPr>
            <a:lvl9pPr marL="2551790" lvl="8" indent="-141767" algn="l" rtl="0">
              <a:spcBef>
                <a:spcPts val="199"/>
              </a:spcBef>
              <a:spcAft>
                <a:spcPts val="0"/>
              </a:spcAft>
              <a:buClr>
                <a:schemeClr val="dk1"/>
              </a:buClr>
              <a:buSzPts val="1600"/>
              <a:buNone/>
              <a:defRPr sz="992" b="1"/>
            </a:lvl9pPr>
          </a:lstStyle>
          <a:p>
            <a:endParaRPr/>
          </a:p>
        </p:txBody>
      </p:sp>
      <p:sp>
        <p:nvSpPr>
          <p:cNvPr id="41" name="Google Shape;41;p6"/>
          <p:cNvSpPr txBox="1">
            <a:spLocks noGrp="1"/>
          </p:cNvSpPr>
          <p:nvPr>
            <p:ph type="body" idx="2"/>
          </p:nvPr>
        </p:nvSpPr>
        <p:spPr>
          <a:xfrm>
            <a:off x="504031" y="1798299"/>
            <a:ext cx="4453929" cy="3267140"/>
          </a:xfrm>
          <a:prstGeom prst="rect">
            <a:avLst/>
          </a:prstGeom>
          <a:noFill/>
          <a:ln>
            <a:noFill/>
          </a:ln>
        </p:spPr>
        <p:txBody>
          <a:bodyPr spcFirstLastPara="1" wrap="square" lIns="91425" tIns="45700" rIns="91425" bIns="45700" anchor="t" anchorCtr="0">
            <a:normAutofit/>
          </a:bodyPr>
          <a:lstStyle>
            <a:lvl1pPr marL="283533" lvl="0" indent="-236276" algn="l" rtl="0">
              <a:spcBef>
                <a:spcPts val="299"/>
              </a:spcBef>
              <a:spcAft>
                <a:spcPts val="0"/>
              </a:spcAft>
              <a:buClr>
                <a:schemeClr val="dk1"/>
              </a:buClr>
              <a:buSzPts val="2400"/>
              <a:buChar char="•"/>
              <a:defRPr sz="1488"/>
            </a:lvl1pPr>
            <a:lvl2pPr marL="567065" lvl="1" indent="-220526" algn="l" rtl="0">
              <a:spcBef>
                <a:spcPts val="248"/>
              </a:spcBef>
              <a:spcAft>
                <a:spcPts val="0"/>
              </a:spcAft>
              <a:buClr>
                <a:schemeClr val="dk1"/>
              </a:buClr>
              <a:buSzPts val="2000"/>
              <a:buChar char="–"/>
              <a:defRPr sz="1240"/>
            </a:lvl2pPr>
            <a:lvl3pPr marL="850598" lvl="2" indent="-212649" algn="l" rtl="0">
              <a:spcBef>
                <a:spcPts val="224"/>
              </a:spcBef>
              <a:spcAft>
                <a:spcPts val="0"/>
              </a:spcAft>
              <a:buClr>
                <a:schemeClr val="dk1"/>
              </a:buClr>
              <a:buSzPts val="1800"/>
              <a:buChar char="•"/>
              <a:defRPr sz="1117"/>
            </a:lvl3pPr>
            <a:lvl4pPr marL="1134129" lvl="3" indent="-204774" algn="l" rtl="0">
              <a:spcBef>
                <a:spcPts val="199"/>
              </a:spcBef>
              <a:spcAft>
                <a:spcPts val="0"/>
              </a:spcAft>
              <a:buClr>
                <a:schemeClr val="dk1"/>
              </a:buClr>
              <a:buSzPts val="1600"/>
              <a:buChar char="–"/>
              <a:defRPr sz="992"/>
            </a:lvl4pPr>
            <a:lvl5pPr marL="1417661" lvl="4" indent="-204774" algn="l" rtl="0">
              <a:spcBef>
                <a:spcPts val="199"/>
              </a:spcBef>
              <a:spcAft>
                <a:spcPts val="0"/>
              </a:spcAft>
              <a:buClr>
                <a:schemeClr val="dk1"/>
              </a:buClr>
              <a:buSzPts val="1600"/>
              <a:buChar char="»"/>
              <a:defRPr sz="992"/>
            </a:lvl5pPr>
            <a:lvl6pPr marL="1701194" lvl="5" indent="-204774" algn="l" rtl="0">
              <a:spcBef>
                <a:spcPts val="199"/>
              </a:spcBef>
              <a:spcAft>
                <a:spcPts val="0"/>
              </a:spcAft>
              <a:buClr>
                <a:schemeClr val="dk1"/>
              </a:buClr>
              <a:buSzPts val="1600"/>
              <a:buChar char="•"/>
              <a:defRPr sz="992"/>
            </a:lvl6pPr>
            <a:lvl7pPr marL="1984726" lvl="6" indent="-204774" algn="l" rtl="0">
              <a:spcBef>
                <a:spcPts val="199"/>
              </a:spcBef>
              <a:spcAft>
                <a:spcPts val="0"/>
              </a:spcAft>
              <a:buClr>
                <a:schemeClr val="dk1"/>
              </a:buClr>
              <a:buSzPts val="1600"/>
              <a:buChar char="•"/>
              <a:defRPr sz="992"/>
            </a:lvl7pPr>
            <a:lvl8pPr marL="2268258" lvl="7" indent="-204774" algn="l" rtl="0">
              <a:spcBef>
                <a:spcPts val="199"/>
              </a:spcBef>
              <a:spcAft>
                <a:spcPts val="0"/>
              </a:spcAft>
              <a:buClr>
                <a:schemeClr val="dk1"/>
              </a:buClr>
              <a:buSzPts val="1600"/>
              <a:buChar char="•"/>
              <a:defRPr sz="992"/>
            </a:lvl8pPr>
            <a:lvl9pPr marL="2551790" lvl="8" indent="-204774" algn="l" rtl="0">
              <a:spcBef>
                <a:spcPts val="199"/>
              </a:spcBef>
              <a:spcAft>
                <a:spcPts val="0"/>
              </a:spcAft>
              <a:buClr>
                <a:schemeClr val="dk1"/>
              </a:buClr>
              <a:buSzPts val="1600"/>
              <a:buChar char="•"/>
              <a:defRPr sz="992"/>
            </a:lvl9pPr>
          </a:lstStyle>
          <a:p>
            <a:endParaRPr/>
          </a:p>
        </p:txBody>
      </p:sp>
      <p:sp>
        <p:nvSpPr>
          <p:cNvPr id="42" name="Google Shape;42;p6"/>
          <p:cNvSpPr txBox="1">
            <a:spLocks noGrp="1"/>
          </p:cNvSpPr>
          <p:nvPr>
            <p:ph type="body" idx="3"/>
          </p:nvPr>
        </p:nvSpPr>
        <p:spPr>
          <a:xfrm>
            <a:off x="5120821" y="1269313"/>
            <a:ext cx="4455667" cy="529103"/>
          </a:xfrm>
          <a:prstGeom prst="rect">
            <a:avLst/>
          </a:prstGeom>
          <a:noFill/>
          <a:ln>
            <a:noFill/>
          </a:ln>
        </p:spPr>
        <p:txBody>
          <a:bodyPr spcFirstLastPara="1" wrap="square" lIns="91425" tIns="45700" rIns="91425" bIns="45700" anchor="b" anchorCtr="0">
            <a:normAutofit/>
          </a:bodyPr>
          <a:lstStyle>
            <a:lvl1pPr marL="283533" lvl="0" indent="-141767" algn="l" rtl="0">
              <a:spcBef>
                <a:spcPts val="299"/>
              </a:spcBef>
              <a:spcAft>
                <a:spcPts val="0"/>
              </a:spcAft>
              <a:buClr>
                <a:schemeClr val="dk1"/>
              </a:buClr>
              <a:buSzPts val="2400"/>
              <a:buNone/>
              <a:defRPr sz="1488" b="1"/>
            </a:lvl1pPr>
            <a:lvl2pPr marL="567065" lvl="1" indent="-141767" algn="l" rtl="0">
              <a:spcBef>
                <a:spcPts val="248"/>
              </a:spcBef>
              <a:spcAft>
                <a:spcPts val="0"/>
              </a:spcAft>
              <a:buClr>
                <a:schemeClr val="dk1"/>
              </a:buClr>
              <a:buSzPts val="2000"/>
              <a:buNone/>
              <a:defRPr sz="1240" b="1"/>
            </a:lvl2pPr>
            <a:lvl3pPr marL="850598" lvl="2" indent="-141767" algn="l" rtl="0">
              <a:spcBef>
                <a:spcPts val="224"/>
              </a:spcBef>
              <a:spcAft>
                <a:spcPts val="0"/>
              </a:spcAft>
              <a:buClr>
                <a:schemeClr val="dk1"/>
              </a:buClr>
              <a:buSzPts val="1800"/>
              <a:buNone/>
              <a:defRPr sz="1117" b="1"/>
            </a:lvl3pPr>
            <a:lvl4pPr marL="1134129" lvl="3" indent="-141767" algn="l" rtl="0">
              <a:spcBef>
                <a:spcPts val="199"/>
              </a:spcBef>
              <a:spcAft>
                <a:spcPts val="0"/>
              </a:spcAft>
              <a:buClr>
                <a:schemeClr val="dk1"/>
              </a:buClr>
              <a:buSzPts val="1600"/>
              <a:buNone/>
              <a:defRPr sz="992" b="1"/>
            </a:lvl4pPr>
            <a:lvl5pPr marL="1417661" lvl="4" indent="-141767" algn="l" rtl="0">
              <a:spcBef>
                <a:spcPts val="199"/>
              </a:spcBef>
              <a:spcAft>
                <a:spcPts val="0"/>
              </a:spcAft>
              <a:buClr>
                <a:schemeClr val="dk1"/>
              </a:buClr>
              <a:buSzPts val="1600"/>
              <a:buNone/>
              <a:defRPr sz="992" b="1"/>
            </a:lvl5pPr>
            <a:lvl6pPr marL="1701194" lvl="5" indent="-141767" algn="l" rtl="0">
              <a:spcBef>
                <a:spcPts val="199"/>
              </a:spcBef>
              <a:spcAft>
                <a:spcPts val="0"/>
              </a:spcAft>
              <a:buClr>
                <a:schemeClr val="dk1"/>
              </a:buClr>
              <a:buSzPts val="1600"/>
              <a:buNone/>
              <a:defRPr sz="992" b="1"/>
            </a:lvl6pPr>
            <a:lvl7pPr marL="1984726" lvl="6" indent="-141767" algn="l" rtl="0">
              <a:spcBef>
                <a:spcPts val="199"/>
              </a:spcBef>
              <a:spcAft>
                <a:spcPts val="0"/>
              </a:spcAft>
              <a:buClr>
                <a:schemeClr val="dk1"/>
              </a:buClr>
              <a:buSzPts val="1600"/>
              <a:buNone/>
              <a:defRPr sz="992" b="1"/>
            </a:lvl7pPr>
            <a:lvl8pPr marL="2268258" lvl="7" indent="-141767" algn="l" rtl="0">
              <a:spcBef>
                <a:spcPts val="199"/>
              </a:spcBef>
              <a:spcAft>
                <a:spcPts val="0"/>
              </a:spcAft>
              <a:buClr>
                <a:schemeClr val="dk1"/>
              </a:buClr>
              <a:buSzPts val="1600"/>
              <a:buNone/>
              <a:defRPr sz="992" b="1"/>
            </a:lvl8pPr>
            <a:lvl9pPr marL="2551790" lvl="8" indent="-141767" algn="l" rtl="0">
              <a:spcBef>
                <a:spcPts val="199"/>
              </a:spcBef>
              <a:spcAft>
                <a:spcPts val="0"/>
              </a:spcAft>
              <a:buClr>
                <a:schemeClr val="dk1"/>
              </a:buClr>
              <a:buSzPts val="1600"/>
              <a:buNone/>
              <a:defRPr sz="992" b="1"/>
            </a:lvl9pPr>
          </a:lstStyle>
          <a:p>
            <a:endParaRPr/>
          </a:p>
        </p:txBody>
      </p:sp>
      <p:sp>
        <p:nvSpPr>
          <p:cNvPr id="43" name="Google Shape;43;p6"/>
          <p:cNvSpPr txBox="1">
            <a:spLocks noGrp="1"/>
          </p:cNvSpPr>
          <p:nvPr>
            <p:ph type="body" idx="4"/>
          </p:nvPr>
        </p:nvSpPr>
        <p:spPr>
          <a:xfrm>
            <a:off x="5120821" y="1798299"/>
            <a:ext cx="4455667" cy="3267140"/>
          </a:xfrm>
          <a:prstGeom prst="rect">
            <a:avLst/>
          </a:prstGeom>
          <a:noFill/>
          <a:ln>
            <a:noFill/>
          </a:ln>
        </p:spPr>
        <p:txBody>
          <a:bodyPr spcFirstLastPara="1" wrap="square" lIns="91425" tIns="45700" rIns="91425" bIns="45700" anchor="t" anchorCtr="0">
            <a:normAutofit/>
          </a:bodyPr>
          <a:lstStyle>
            <a:lvl1pPr marL="283533" lvl="0" indent="-236276" algn="l" rtl="0">
              <a:spcBef>
                <a:spcPts val="299"/>
              </a:spcBef>
              <a:spcAft>
                <a:spcPts val="0"/>
              </a:spcAft>
              <a:buClr>
                <a:schemeClr val="dk1"/>
              </a:buClr>
              <a:buSzPts val="2400"/>
              <a:buChar char="•"/>
              <a:defRPr sz="1488"/>
            </a:lvl1pPr>
            <a:lvl2pPr marL="567065" lvl="1" indent="-220526" algn="l" rtl="0">
              <a:spcBef>
                <a:spcPts val="248"/>
              </a:spcBef>
              <a:spcAft>
                <a:spcPts val="0"/>
              </a:spcAft>
              <a:buClr>
                <a:schemeClr val="dk1"/>
              </a:buClr>
              <a:buSzPts val="2000"/>
              <a:buChar char="–"/>
              <a:defRPr sz="1240"/>
            </a:lvl2pPr>
            <a:lvl3pPr marL="850598" lvl="2" indent="-212649" algn="l" rtl="0">
              <a:spcBef>
                <a:spcPts val="224"/>
              </a:spcBef>
              <a:spcAft>
                <a:spcPts val="0"/>
              </a:spcAft>
              <a:buClr>
                <a:schemeClr val="dk1"/>
              </a:buClr>
              <a:buSzPts val="1800"/>
              <a:buChar char="•"/>
              <a:defRPr sz="1117"/>
            </a:lvl3pPr>
            <a:lvl4pPr marL="1134129" lvl="3" indent="-204774" algn="l" rtl="0">
              <a:spcBef>
                <a:spcPts val="199"/>
              </a:spcBef>
              <a:spcAft>
                <a:spcPts val="0"/>
              </a:spcAft>
              <a:buClr>
                <a:schemeClr val="dk1"/>
              </a:buClr>
              <a:buSzPts val="1600"/>
              <a:buChar char="–"/>
              <a:defRPr sz="992"/>
            </a:lvl4pPr>
            <a:lvl5pPr marL="1417661" lvl="4" indent="-204774" algn="l" rtl="0">
              <a:spcBef>
                <a:spcPts val="199"/>
              </a:spcBef>
              <a:spcAft>
                <a:spcPts val="0"/>
              </a:spcAft>
              <a:buClr>
                <a:schemeClr val="dk1"/>
              </a:buClr>
              <a:buSzPts val="1600"/>
              <a:buChar char="»"/>
              <a:defRPr sz="992"/>
            </a:lvl5pPr>
            <a:lvl6pPr marL="1701194" lvl="5" indent="-204774" algn="l" rtl="0">
              <a:spcBef>
                <a:spcPts val="199"/>
              </a:spcBef>
              <a:spcAft>
                <a:spcPts val="0"/>
              </a:spcAft>
              <a:buClr>
                <a:schemeClr val="dk1"/>
              </a:buClr>
              <a:buSzPts val="1600"/>
              <a:buChar char="•"/>
              <a:defRPr sz="992"/>
            </a:lvl6pPr>
            <a:lvl7pPr marL="1984726" lvl="6" indent="-204774" algn="l" rtl="0">
              <a:spcBef>
                <a:spcPts val="199"/>
              </a:spcBef>
              <a:spcAft>
                <a:spcPts val="0"/>
              </a:spcAft>
              <a:buClr>
                <a:schemeClr val="dk1"/>
              </a:buClr>
              <a:buSzPts val="1600"/>
              <a:buChar char="•"/>
              <a:defRPr sz="992"/>
            </a:lvl7pPr>
            <a:lvl8pPr marL="2268258" lvl="7" indent="-204774" algn="l" rtl="0">
              <a:spcBef>
                <a:spcPts val="199"/>
              </a:spcBef>
              <a:spcAft>
                <a:spcPts val="0"/>
              </a:spcAft>
              <a:buClr>
                <a:schemeClr val="dk1"/>
              </a:buClr>
              <a:buSzPts val="1600"/>
              <a:buChar char="•"/>
              <a:defRPr sz="992"/>
            </a:lvl8pPr>
            <a:lvl9pPr marL="2551790" lvl="8" indent="-204774" algn="l" rtl="0">
              <a:spcBef>
                <a:spcPts val="199"/>
              </a:spcBef>
              <a:spcAft>
                <a:spcPts val="0"/>
              </a:spcAft>
              <a:buClr>
                <a:schemeClr val="dk1"/>
              </a:buClr>
              <a:buSzPts val="1600"/>
              <a:buChar char="•"/>
              <a:defRPr sz="992"/>
            </a:lvl9pPr>
          </a:lstStyle>
          <a:p>
            <a:endParaRPr/>
          </a:p>
        </p:txBody>
      </p:sp>
      <p:sp>
        <p:nvSpPr>
          <p:cNvPr id="44" name="Google Shape;44;p6"/>
          <p:cNvSpPr txBox="1">
            <a:spLocks noGrp="1"/>
          </p:cNvSpPr>
          <p:nvPr>
            <p:ph type="dt" idx="10"/>
          </p:nvPr>
        </p:nvSpPr>
        <p:spPr>
          <a:xfrm>
            <a:off x="504036" y="5255762"/>
            <a:ext cx="2352229" cy="301884"/>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3444217" y="5255762"/>
            <a:ext cx="3192115" cy="301884"/>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7224451" y="5255762"/>
            <a:ext cx="2352229" cy="301884"/>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361299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192200" y="227085"/>
            <a:ext cx="6384479" cy="40309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504036" y="5255762"/>
            <a:ext cx="2352229" cy="301884"/>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3444217" y="5255762"/>
            <a:ext cx="3192115" cy="301884"/>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7224451" y="5255762"/>
            <a:ext cx="2352229" cy="301884"/>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pic>
        <p:nvPicPr>
          <p:cNvPr id="52" name="Google Shape;52;p7" descr="C:\Users\AMMU\Desktop\Border.png"/>
          <p:cNvPicPr preferRelativeResize="0"/>
          <p:nvPr/>
        </p:nvPicPr>
        <p:blipFill rotWithShape="1">
          <a:blip r:embed="rId2">
            <a:alphaModFix/>
          </a:blip>
          <a:srcRect/>
          <a:stretch/>
        </p:blipFill>
        <p:spPr>
          <a:xfrm>
            <a:off x="2071376" y="115655"/>
            <a:ext cx="8009263" cy="577412"/>
          </a:xfrm>
          <a:prstGeom prst="rect">
            <a:avLst/>
          </a:prstGeom>
          <a:noFill/>
          <a:ln>
            <a:noFill/>
          </a:ln>
        </p:spPr>
      </p:pic>
    </p:spTree>
    <p:extLst>
      <p:ext uri="{BB962C8B-B14F-4D97-AF65-F5344CB8AC3E}">
        <p14:creationId xmlns:p14="http://schemas.microsoft.com/office/powerpoint/2010/main" val="2141105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504036" y="5255762"/>
            <a:ext cx="2352229" cy="301884"/>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3444217" y="5255762"/>
            <a:ext cx="3192115" cy="301884"/>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7224451" y="5255762"/>
            <a:ext cx="2352229" cy="301884"/>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59790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504034" y="225774"/>
            <a:ext cx="3316388" cy="960967"/>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124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3941247" y="225774"/>
            <a:ext cx="5635377" cy="4839564"/>
          </a:xfrm>
          <a:prstGeom prst="rect">
            <a:avLst/>
          </a:prstGeom>
          <a:noFill/>
          <a:ln>
            <a:noFill/>
          </a:ln>
        </p:spPr>
        <p:txBody>
          <a:bodyPr spcFirstLastPara="1" wrap="square" lIns="91425" tIns="45700" rIns="91425" bIns="45700" anchor="t" anchorCtr="0">
            <a:normAutofit/>
          </a:bodyPr>
          <a:lstStyle>
            <a:lvl1pPr marL="283533" lvl="0" indent="-267783" algn="l" rtl="0">
              <a:spcBef>
                <a:spcPts val="397"/>
              </a:spcBef>
              <a:spcAft>
                <a:spcPts val="0"/>
              </a:spcAft>
              <a:buClr>
                <a:schemeClr val="dk1"/>
              </a:buClr>
              <a:buSzPts val="3200"/>
              <a:buChar char="•"/>
              <a:defRPr sz="1985"/>
            </a:lvl1pPr>
            <a:lvl2pPr marL="567065" lvl="1" indent="-252029" algn="l" rtl="0">
              <a:spcBef>
                <a:spcPts val="347"/>
              </a:spcBef>
              <a:spcAft>
                <a:spcPts val="0"/>
              </a:spcAft>
              <a:buClr>
                <a:schemeClr val="dk1"/>
              </a:buClr>
              <a:buSzPts val="2800"/>
              <a:buChar char="–"/>
              <a:defRPr sz="1736"/>
            </a:lvl2pPr>
            <a:lvl3pPr marL="850598" lvl="2" indent="-236276" algn="l" rtl="0">
              <a:spcBef>
                <a:spcPts val="299"/>
              </a:spcBef>
              <a:spcAft>
                <a:spcPts val="0"/>
              </a:spcAft>
              <a:buClr>
                <a:schemeClr val="dk1"/>
              </a:buClr>
              <a:buSzPts val="2400"/>
              <a:buChar char="•"/>
              <a:defRPr sz="1488"/>
            </a:lvl3pPr>
            <a:lvl4pPr marL="1134129" lvl="3" indent="-220526" algn="l" rtl="0">
              <a:spcBef>
                <a:spcPts val="248"/>
              </a:spcBef>
              <a:spcAft>
                <a:spcPts val="0"/>
              </a:spcAft>
              <a:buClr>
                <a:schemeClr val="dk1"/>
              </a:buClr>
              <a:buSzPts val="2000"/>
              <a:buChar char="–"/>
              <a:defRPr sz="1240"/>
            </a:lvl4pPr>
            <a:lvl5pPr marL="1417661" lvl="4" indent="-220526" algn="l" rtl="0">
              <a:spcBef>
                <a:spcPts val="248"/>
              </a:spcBef>
              <a:spcAft>
                <a:spcPts val="0"/>
              </a:spcAft>
              <a:buClr>
                <a:schemeClr val="dk1"/>
              </a:buClr>
              <a:buSzPts val="2000"/>
              <a:buChar char="»"/>
              <a:defRPr sz="1240"/>
            </a:lvl5pPr>
            <a:lvl6pPr marL="1701194" lvl="5" indent="-220526" algn="l" rtl="0">
              <a:spcBef>
                <a:spcPts val="248"/>
              </a:spcBef>
              <a:spcAft>
                <a:spcPts val="0"/>
              </a:spcAft>
              <a:buClr>
                <a:schemeClr val="dk1"/>
              </a:buClr>
              <a:buSzPts val="2000"/>
              <a:buChar char="•"/>
              <a:defRPr sz="1240"/>
            </a:lvl6pPr>
            <a:lvl7pPr marL="1984726" lvl="6" indent="-220526" algn="l" rtl="0">
              <a:spcBef>
                <a:spcPts val="248"/>
              </a:spcBef>
              <a:spcAft>
                <a:spcPts val="0"/>
              </a:spcAft>
              <a:buClr>
                <a:schemeClr val="dk1"/>
              </a:buClr>
              <a:buSzPts val="2000"/>
              <a:buChar char="•"/>
              <a:defRPr sz="1240"/>
            </a:lvl7pPr>
            <a:lvl8pPr marL="2268258" lvl="7" indent="-220526" algn="l" rtl="0">
              <a:spcBef>
                <a:spcPts val="248"/>
              </a:spcBef>
              <a:spcAft>
                <a:spcPts val="0"/>
              </a:spcAft>
              <a:buClr>
                <a:schemeClr val="dk1"/>
              </a:buClr>
              <a:buSzPts val="2000"/>
              <a:buChar char="•"/>
              <a:defRPr sz="1240"/>
            </a:lvl8pPr>
            <a:lvl9pPr marL="2551790" lvl="8" indent="-220526" algn="l" rtl="0">
              <a:spcBef>
                <a:spcPts val="248"/>
              </a:spcBef>
              <a:spcAft>
                <a:spcPts val="0"/>
              </a:spcAft>
              <a:buClr>
                <a:schemeClr val="dk1"/>
              </a:buClr>
              <a:buSzPts val="2000"/>
              <a:buChar char="•"/>
              <a:defRPr sz="1240"/>
            </a:lvl9pPr>
          </a:lstStyle>
          <a:p>
            <a:endParaRPr/>
          </a:p>
        </p:txBody>
      </p:sp>
      <p:sp>
        <p:nvSpPr>
          <p:cNvPr id="60" name="Google Shape;60;p9"/>
          <p:cNvSpPr txBox="1">
            <a:spLocks noGrp="1"/>
          </p:cNvSpPr>
          <p:nvPr>
            <p:ph type="body" idx="2"/>
          </p:nvPr>
        </p:nvSpPr>
        <p:spPr>
          <a:xfrm>
            <a:off x="504034" y="1186619"/>
            <a:ext cx="3316388" cy="3878845"/>
          </a:xfrm>
          <a:prstGeom prst="rect">
            <a:avLst/>
          </a:prstGeom>
          <a:noFill/>
          <a:ln>
            <a:noFill/>
          </a:ln>
        </p:spPr>
        <p:txBody>
          <a:bodyPr spcFirstLastPara="1" wrap="square" lIns="91425" tIns="45700" rIns="91425" bIns="45700" anchor="t" anchorCtr="0">
            <a:normAutofit/>
          </a:bodyPr>
          <a:lstStyle>
            <a:lvl1pPr marL="283533" lvl="0" indent="-141767" algn="l" rtl="0">
              <a:spcBef>
                <a:spcPts val="175"/>
              </a:spcBef>
              <a:spcAft>
                <a:spcPts val="0"/>
              </a:spcAft>
              <a:buClr>
                <a:schemeClr val="dk1"/>
              </a:buClr>
              <a:buSzPts val="1400"/>
              <a:buNone/>
              <a:defRPr sz="869"/>
            </a:lvl1pPr>
            <a:lvl2pPr marL="567065" lvl="1" indent="-141767" algn="l" rtl="0">
              <a:spcBef>
                <a:spcPts val="149"/>
              </a:spcBef>
              <a:spcAft>
                <a:spcPts val="0"/>
              </a:spcAft>
              <a:buClr>
                <a:schemeClr val="dk1"/>
              </a:buClr>
              <a:buSzPts val="1200"/>
              <a:buNone/>
              <a:defRPr sz="744"/>
            </a:lvl2pPr>
            <a:lvl3pPr marL="850598" lvl="2" indent="-141767" algn="l" rtl="0">
              <a:spcBef>
                <a:spcPts val="125"/>
              </a:spcBef>
              <a:spcAft>
                <a:spcPts val="0"/>
              </a:spcAft>
              <a:buClr>
                <a:schemeClr val="dk1"/>
              </a:buClr>
              <a:buSzPts val="1000"/>
              <a:buNone/>
              <a:defRPr sz="621"/>
            </a:lvl3pPr>
            <a:lvl4pPr marL="1134129" lvl="3" indent="-141767" algn="l" rtl="0">
              <a:spcBef>
                <a:spcPts val="112"/>
              </a:spcBef>
              <a:spcAft>
                <a:spcPts val="0"/>
              </a:spcAft>
              <a:buClr>
                <a:schemeClr val="dk1"/>
              </a:buClr>
              <a:buSzPts val="900"/>
              <a:buNone/>
              <a:defRPr sz="559"/>
            </a:lvl4pPr>
            <a:lvl5pPr marL="1417661" lvl="4" indent="-141767" algn="l" rtl="0">
              <a:spcBef>
                <a:spcPts val="112"/>
              </a:spcBef>
              <a:spcAft>
                <a:spcPts val="0"/>
              </a:spcAft>
              <a:buClr>
                <a:schemeClr val="dk1"/>
              </a:buClr>
              <a:buSzPts val="900"/>
              <a:buNone/>
              <a:defRPr sz="559"/>
            </a:lvl5pPr>
            <a:lvl6pPr marL="1701194" lvl="5" indent="-141767" algn="l" rtl="0">
              <a:spcBef>
                <a:spcPts val="112"/>
              </a:spcBef>
              <a:spcAft>
                <a:spcPts val="0"/>
              </a:spcAft>
              <a:buClr>
                <a:schemeClr val="dk1"/>
              </a:buClr>
              <a:buSzPts val="900"/>
              <a:buNone/>
              <a:defRPr sz="559"/>
            </a:lvl6pPr>
            <a:lvl7pPr marL="1984726" lvl="6" indent="-141767" algn="l" rtl="0">
              <a:spcBef>
                <a:spcPts val="112"/>
              </a:spcBef>
              <a:spcAft>
                <a:spcPts val="0"/>
              </a:spcAft>
              <a:buClr>
                <a:schemeClr val="dk1"/>
              </a:buClr>
              <a:buSzPts val="900"/>
              <a:buNone/>
              <a:defRPr sz="559"/>
            </a:lvl7pPr>
            <a:lvl8pPr marL="2268258" lvl="7" indent="-141767" algn="l" rtl="0">
              <a:spcBef>
                <a:spcPts val="112"/>
              </a:spcBef>
              <a:spcAft>
                <a:spcPts val="0"/>
              </a:spcAft>
              <a:buClr>
                <a:schemeClr val="dk1"/>
              </a:buClr>
              <a:buSzPts val="900"/>
              <a:buNone/>
              <a:defRPr sz="559"/>
            </a:lvl8pPr>
            <a:lvl9pPr marL="2551790" lvl="8" indent="-141767" algn="l" rtl="0">
              <a:spcBef>
                <a:spcPts val="112"/>
              </a:spcBef>
              <a:spcAft>
                <a:spcPts val="0"/>
              </a:spcAft>
              <a:buClr>
                <a:schemeClr val="dk1"/>
              </a:buClr>
              <a:buSzPts val="900"/>
              <a:buNone/>
              <a:defRPr sz="559"/>
            </a:lvl9pPr>
          </a:lstStyle>
          <a:p>
            <a:endParaRPr/>
          </a:p>
        </p:txBody>
      </p:sp>
      <p:sp>
        <p:nvSpPr>
          <p:cNvPr id="61" name="Google Shape;61;p9"/>
          <p:cNvSpPr txBox="1">
            <a:spLocks noGrp="1"/>
          </p:cNvSpPr>
          <p:nvPr>
            <p:ph type="dt" idx="10"/>
          </p:nvPr>
        </p:nvSpPr>
        <p:spPr>
          <a:xfrm>
            <a:off x="504036" y="5255762"/>
            <a:ext cx="2352229" cy="301884"/>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3444217" y="5255762"/>
            <a:ext cx="3192115" cy="301884"/>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7224451" y="5255762"/>
            <a:ext cx="2352229" cy="301884"/>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625581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1975874" y="3969387"/>
            <a:ext cx="6048375" cy="468577"/>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124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1975874" y="506674"/>
            <a:ext cx="6048375" cy="3402330"/>
          </a:xfrm>
          <a:prstGeom prst="rect">
            <a:avLst/>
          </a:prstGeom>
          <a:noFill/>
          <a:ln>
            <a:noFill/>
          </a:ln>
        </p:spPr>
      </p:sp>
      <p:sp>
        <p:nvSpPr>
          <p:cNvPr id="67" name="Google Shape;67;p10"/>
          <p:cNvSpPr txBox="1">
            <a:spLocks noGrp="1"/>
          </p:cNvSpPr>
          <p:nvPr>
            <p:ph type="body" idx="1"/>
          </p:nvPr>
        </p:nvSpPr>
        <p:spPr>
          <a:xfrm>
            <a:off x="1975874" y="4437995"/>
            <a:ext cx="6048375" cy="665533"/>
          </a:xfrm>
          <a:prstGeom prst="rect">
            <a:avLst/>
          </a:prstGeom>
          <a:noFill/>
          <a:ln>
            <a:noFill/>
          </a:ln>
        </p:spPr>
        <p:txBody>
          <a:bodyPr spcFirstLastPara="1" wrap="square" lIns="91425" tIns="45700" rIns="91425" bIns="45700" anchor="t" anchorCtr="0">
            <a:normAutofit/>
          </a:bodyPr>
          <a:lstStyle>
            <a:lvl1pPr marL="283533" lvl="0" indent="-141767" algn="l" rtl="0">
              <a:spcBef>
                <a:spcPts val="175"/>
              </a:spcBef>
              <a:spcAft>
                <a:spcPts val="0"/>
              </a:spcAft>
              <a:buClr>
                <a:schemeClr val="dk1"/>
              </a:buClr>
              <a:buSzPts val="1400"/>
              <a:buNone/>
              <a:defRPr sz="869"/>
            </a:lvl1pPr>
            <a:lvl2pPr marL="567065" lvl="1" indent="-141767" algn="l" rtl="0">
              <a:spcBef>
                <a:spcPts val="149"/>
              </a:spcBef>
              <a:spcAft>
                <a:spcPts val="0"/>
              </a:spcAft>
              <a:buClr>
                <a:schemeClr val="dk1"/>
              </a:buClr>
              <a:buSzPts val="1200"/>
              <a:buNone/>
              <a:defRPr sz="744"/>
            </a:lvl2pPr>
            <a:lvl3pPr marL="850598" lvl="2" indent="-141767" algn="l" rtl="0">
              <a:spcBef>
                <a:spcPts val="125"/>
              </a:spcBef>
              <a:spcAft>
                <a:spcPts val="0"/>
              </a:spcAft>
              <a:buClr>
                <a:schemeClr val="dk1"/>
              </a:buClr>
              <a:buSzPts val="1000"/>
              <a:buNone/>
              <a:defRPr sz="621"/>
            </a:lvl3pPr>
            <a:lvl4pPr marL="1134129" lvl="3" indent="-141767" algn="l" rtl="0">
              <a:spcBef>
                <a:spcPts val="112"/>
              </a:spcBef>
              <a:spcAft>
                <a:spcPts val="0"/>
              </a:spcAft>
              <a:buClr>
                <a:schemeClr val="dk1"/>
              </a:buClr>
              <a:buSzPts val="900"/>
              <a:buNone/>
              <a:defRPr sz="559"/>
            </a:lvl4pPr>
            <a:lvl5pPr marL="1417661" lvl="4" indent="-141767" algn="l" rtl="0">
              <a:spcBef>
                <a:spcPts val="112"/>
              </a:spcBef>
              <a:spcAft>
                <a:spcPts val="0"/>
              </a:spcAft>
              <a:buClr>
                <a:schemeClr val="dk1"/>
              </a:buClr>
              <a:buSzPts val="900"/>
              <a:buNone/>
              <a:defRPr sz="559"/>
            </a:lvl5pPr>
            <a:lvl6pPr marL="1701194" lvl="5" indent="-141767" algn="l" rtl="0">
              <a:spcBef>
                <a:spcPts val="112"/>
              </a:spcBef>
              <a:spcAft>
                <a:spcPts val="0"/>
              </a:spcAft>
              <a:buClr>
                <a:schemeClr val="dk1"/>
              </a:buClr>
              <a:buSzPts val="900"/>
              <a:buNone/>
              <a:defRPr sz="559"/>
            </a:lvl6pPr>
            <a:lvl7pPr marL="1984726" lvl="6" indent="-141767" algn="l" rtl="0">
              <a:spcBef>
                <a:spcPts val="112"/>
              </a:spcBef>
              <a:spcAft>
                <a:spcPts val="0"/>
              </a:spcAft>
              <a:buClr>
                <a:schemeClr val="dk1"/>
              </a:buClr>
              <a:buSzPts val="900"/>
              <a:buNone/>
              <a:defRPr sz="559"/>
            </a:lvl7pPr>
            <a:lvl8pPr marL="2268258" lvl="7" indent="-141767" algn="l" rtl="0">
              <a:spcBef>
                <a:spcPts val="112"/>
              </a:spcBef>
              <a:spcAft>
                <a:spcPts val="0"/>
              </a:spcAft>
              <a:buClr>
                <a:schemeClr val="dk1"/>
              </a:buClr>
              <a:buSzPts val="900"/>
              <a:buNone/>
              <a:defRPr sz="559"/>
            </a:lvl8pPr>
            <a:lvl9pPr marL="2551790" lvl="8" indent="-141767" algn="l" rtl="0">
              <a:spcBef>
                <a:spcPts val="112"/>
              </a:spcBef>
              <a:spcAft>
                <a:spcPts val="0"/>
              </a:spcAft>
              <a:buClr>
                <a:schemeClr val="dk1"/>
              </a:buClr>
              <a:buSzPts val="900"/>
              <a:buNone/>
              <a:defRPr sz="559"/>
            </a:lvl9pPr>
          </a:lstStyle>
          <a:p>
            <a:endParaRPr/>
          </a:p>
        </p:txBody>
      </p:sp>
      <p:sp>
        <p:nvSpPr>
          <p:cNvPr id="68" name="Google Shape;68;p10"/>
          <p:cNvSpPr txBox="1">
            <a:spLocks noGrp="1"/>
          </p:cNvSpPr>
          <p:nvPr>
            <p:ph type="dt" idx="10"/>
          </p:nvPr>
        </p:nvSpPr>
        <p:spPr>
          <a:xfrm>
            <a:off x="504036" y="5255762"/>
            <a:ext cx="2352229" cy="301884"/>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3444217" y="5255762"/>
            <a:ext cx="3192115" cy="301884"/>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7224451" y="5255762"/>
            <a:ext cx="2352229" cy="301884"/>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682037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672043" y="227085"/>
            <a:ext cx="8820547" cy="40309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034618" y="-1417482"/>
            <a:ext cx="4095397" cy="8820547"/>
          </a:xfrm>
          <a:prstGeom prst="rect">
            <a:avLst/>
          </a:prstGeom>
          <a:noFill/>
          <a:ln>
            <a:noFill/>
          </a:ln>
        </p:spPr>
        <p:txBody>
          <a:bodyPr spcFirstLastPara="1" wrap="square" lIns="91425" tIns="45700" rIns="91425" bIns="45700" anchor="t" anchorCtr="0">
            <a:normAutofit/>
          </a:bodyPr>
          <a:lstStyle>
            <a:lvl1pPr marL="283533" lvl="0" indent="-212649" algn="l" rtl="0">
              <a:spcBef>
                <a:spcPts val="224"/>
              </a:spcBef>
              <a:spcAft>
                <a:spcPts val="0"/>
              </a:spcAft>
              <a:buClr>
                <a:schemeClr val="dk1"/>
              </a:buClr>
              <a:buSzPts val="1800"/>
              <a:buChar char="•"/>
              <a:defRPr/>
            </a:lvl1pPr>
            <a:lvl2pPr marL="567065" lvl="1" indent="-212649" algn="l" rtl="0">
              <a:spcBef>
                <a:spcPts val="224"/>
              </a:spcBef>
              <a:spcAft>
                <a:spcPts val="0"/>
              </a:spcAft>
              <a:buClr>
                <a:schemeClr val="dk1"/>
              </a:buClr>
              <a:buSzPts val="1800"/>
              <a:buChar char="–"/>
              <a:defRPr/>
            </a:lvl2pPr>
            <a:lvl3pPr marL="850598" lvl="2" indent="-212649" algn="l" rtl="0">
              <a:spcBef>
                <a:spcPts val="224"/>
              </a:spcBef>
              <a:spcAft>
                <a:spcPts val="0"/>
              </a:spcAft>
              <a:buClr>
                <a:schemeClr val="dk1"/>
              </a:buClr>
              <a:buSzPts val="1800"/>
              <a:buChar char="•"/>
              <a:defRPr/>
            </a:lvl3pPr>
            <a:lvl4pPr marL="1134129" lvl="3" indent="-212649" algn="l" rtl="0">
              <a:spcBef>
                <a:spcPts val="224"/>
              </a:spcBef>
              <a:spcAft>
                <a:spcPts val="0"/>
              </a:spcAft>
              <a:buClr>
                <a:schemeClr val="dk1"/>
              </a:buClr>
              <a:buSzPts val="1800"/>
              <a:buChar char="–"/>
              <a:defRPr/>
            </a:lvl4pPr>
            <a:lvl5pPr marL="1417661" lvl="4" indent="-212649" algn="l" rtl="0">
              <a:spcBef>
                <a:spcPts val="224"/>
              </a:spcBef>
              <a:spcAft>
                <a:spcPts val="0"/>
              </a:spcAft>
              <a:buClr>
                <a:schemeClr val="dk1"/>
              </a:buClr>
              <a:buSzPts val="1800"/>
              <a:buChar char="»"/>
              <a:defRPr/>
            </a:lvl5pPr>
            <a:lvl6pPr marL="1701194" lvl="5" indent="-212649" algn="l" rtl="0">
              <a:spcBef>
                <a:spcPts val="224"/>
              </a:spcBef>
              <a:spcAft>
                <a:spcPts val="0"/>
              </a:spcAft>
              <a:buClr>
                <a:schemeClr val="dk1"/>
              </a:buClr>
              <a:buSzPts val="1800"/>
              <a:buChar char="•"/>
              <a:defRPr/>
            </a:lvl6pPr>
            <a:lvl7pPr marL="1984726" lvl="6" indent="-212649" algn="l" rtl="0">
              <a:spcBef>
                <a:spcPts val="224"/>
              </a:spcBef>
              <a:spcAft>
                <a:spcPts val="0"/>
              </a:spcAft>
              <a:buClr>
                <a:schemeClr val="dk1"/>
              </a:buClr>
              <a:buSzPts val="1800"/>
              <a:buChar char="•"/>
              <a:defRPr/>
            </a:lvl7pPr>
            <a:lvl8pPr marL="2268258" lvl="7" indent="-212649" algn="l" rtl="0">
              <a:spcBef>
                <a:spcPts val="224"/>
              </a:spcBef>
              <a:spcAft>
                <a:spcPts val="0"/>
              </a:spcAft>
              <a:buClr>
                <a:schemeClr val="dk1"/>
              </a:buClr>
              <a:buSzPts val="1800"/>
              <a:buChar char="•"/>
              <a:defRPr/>
            </a:lvl8pPr>
            <a:lvl9pPr marL="2551790" lvl="8" indent="-212649" algn="l" rtl="0">
              <a:spcBef>
                <a:spcPts val="224"/>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504036" y="5255762"/>
            <a:ext cx="2352229" cy="301884"/>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3444217" y="5255762"/>
            <a:ext cx="3192115" cy="301884"/>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7224451" y="5255762"/>
            <a:ext cx="2352229" cy="301884"/>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529410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6023360" y="1512180"/>
            <a:ext cx="4838324" cy="226814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403034" y="-671989"/>
            <a:ext cx="4838324" cy="6636493"/>
          </a:xfrm>
          <a:prstGeom prst="rect">
            <a:avLst/>
          </a:prstGeom>
          <a:noFill/>
          <a:ln>
            <a:noFill/>
          </a:ln>
        </p:spPr>
        <p:txBody>
          <a:bodyPr spcFirstLastPara="1" wrap="square" lIns="91425" tIns="45700" rIns="91425" bIns="45700" anchor="t" anchorCtr="0">
            <a:normAutofit/>
          </a:bodyPr>
          <a:lstStyle>
            <a:lvl1pPr marL="283533" lvl="0" indent="-212649" algn="l" rtl="0">
              <a:spcBef>
                <a:spcPts val="224"/>
              </a:spcBef>
              <a:spcAft>
                <a:spcPts val="0"/>
              </a:spcAft>
              <a:buClr>
                <a:schemeClr val="dk1"/>
              </a:buClr>
              <a:buSzPts val="1800"/>
              <a:buChar char="•"/>
              <a:defRPr/>
            </a:lvl1pPr>
            <a:lvl2pPr marL="567065" lvl="1" indent="-212649" algn="l" rtl="0">
              <a:spcBef>
                <a:spcPts val="224"/>
              </a:spcBef>
              <a:spcAft>
                <a:spcPts val="0"/>
              </a:spcAft>
              <a:buClr>
                <a:schemeClr val="dk1"/>
              </a:buClr>
              <a:buSzPts val="1800"/>
              <a:buChar char="–"/>
              <a:defRPr/>
            </a:lvl2pPr>
            <a:lvl3pPr marL="850598" lvl="2" indent="-212649" algn="l" rtl="0">
              <a:spcBef>
                <a:spcPts val="224"/>
              </a:spcBef>
              <a:spcAft>
                <a:spcPts val="0"/>
              </a:spcAft>
              <a:buClr>
                <a:schemeClr val="dk1"/>
              </a:buClr>
              <a:buSzPts val="1800"/>
              <a:buChar char="•"/>
              <a:defRPr/>
            </a:lvl3pPr>
            <a:lvl4pPr marL="1134129" lvl="3" indent="-212649" algn="l" rtl="0">
              <a:spcBef>
                <a:spcPts val="224"/>
              </a:spcBef>
              <a:spcAft>
                <a:spcPts val="0"/>
              </a:spcAft>
              <a:buClr>
                <a:schemeClr val="dk1"/>
              </a:buClr>
              <a:buSzPts val="1800"/>
              <a:buChar char="–"/>
              <a:defRPr/>
            </a:lvl4pPr>
            <a:lvl5pPr marL="1417661" lvl="4" indent="-212649" algn="l" rtl="0">
              <a:spcBef>
                <a:spcPts val="224"/>
              </a:spcBef>
              <a:spcAft>
                <a:spcPts val="0"/>
              </a:spcAft>
              <a:buClr>
                <a:schemeClr val="dk1"/>
              </a:buClr>
              <a:buSzPts val="1800"/>
              <a:buChar char="»"/>
              <a:defRPr/>
            </a:lvl5pPr>
            <a:lvl6pPr marL="1701194" lvl="5" indent="-212649" algn="l" rtl="0">
              <a:spcBef>
                <a:spcPts val="224"/>
              </a:spcBef>
              <a:spcAft>
                <a:spcPts val="0"/>
              </a:spcAft>
              <a:buClr>
                <a:schemeClr val="dk1"/>
              </a:buClr>
              <a:buSzPts val="1800"/>
              <a:buChar char="•"/>
              <a:defRPr/>
            </a:lvl6pPr>
            <a:lvl7pPr marL="1984726" lvl="6" indent="-212649" algn="l" rtl="0">
              <a:spcBef>
                <a:spcPts val="224"/>
              </a:spcBef>
              <a:spcAft>
                <a:spcPts val="0"/>
              </a:spcAft>
              <a:buClr>
                <a:schemeClr val="dk1"/>
              </a:buClr>
              <a:buSzPts val="1800"/>
              <a:buChar char="•"/>
              <a:defRPr/>
            </a:lvl7pPr>
            <a:lvl8pPr marL="2268258" lvl="7" indent="-212649" algn="l" rtl="0">
              <a:spcBef>
                <a:spcPts val="224"/>
              </a:spcBef>
              <a:spcAft>
                <a:spcPts val="0"/>
              </a:spcAft>
              <a:buClr>
                <a:schemeClr val="dk1"/>
              </a:buClr>
              <a:buSzPts val="1800"/>
              <a:buChar char="•"/>
              <a:defRPr/>
            </a:lvl8pPr>
            <a:lvl9pPr marL="2551790" lvl="8" indent="-212649" algn="l" rtl="0">
              <a:spcBef>
                <a:spcPts val="224"/>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504036" y="5255762"/>
            <a:ext cx="2352229" cy="301884"/>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3444217" y="5255762"/>
            <a:ext cx="3192115" cy="301884"/>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7224451" y="5255762"/>
            <a:ext cx="2352229" cy="301884"/>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112307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72043" y="227085"/>
            <a:ext cx="8820547" cy="40309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672043" y="945095"/>
            <a:ext cx="8820547" cy="4095397"/>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504036" y="5255762"/>
            <a:ext cx="2352229" cy="30188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744"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3444217" y="5255762"/>
            <a:ext cx="3192115" cy="30188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744"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117"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7224451" y="5255762"/>
            <a:ext cx="2352229" cy="30188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744" b="0" i="0" u="none" strike="noStrike" cap="none">
                <a:solidFill>
                  <a:srgbClr val="888888"/>
                </a:solidFill>
                <a:latin typeface="Verdana"/>
                <a:ea typeface="Verdana"/>
                <a:cs typeface="Verdana"/>
                <a:sym typeface="Verdana"/>
              </a:defRPr>
            </a:lvl1pPr>
            <a:lvl2pPr marL="0" marR="0" lvl="1" indent="0" algn="r" rtl="0">
              <a:spcBef>
                <a:spcPts val="0"/>
              </a:spcBef>
              <a:buNone/>
              <a:defRPr sz="744" b="0" i="0" u="none" strike="noStrike" cap="none">
                <a:solidFill>
                  <a:srgbClr val="888888"/>
                </a:solidFill>
                <a:latin typeface="Verdana"/>
                <a:ea typeface="Verdana"/>
                <a:cs typeface="Verdana"/>
                <a:sym typeface="Verdana"/>
              </a:defRPr>
            </a:lvl2pPr>
            <a:lvl3pPr marL="0" marR="0" lvl="2" indent="0" algn="r" rtl="0">
              <a:spcBef>
                <a:spcPts val="0"/>
              </a:spcBef>
              <a:buNone/>
              <a:defRPr sz="744" b="0" i="0" u="none" strike="noStrike" cap="none">
                <a:solidFill>
                  <a:srgbClr val="888888"/>
                </a:solidFill>
                <a:latin typeface="Verdana"/>
                <a:ea typeface="Verdana"/>
                <a:cs typeface="Verdana"/>
                <a:sym typeface="Verdana"/>
              </a:defRPr>
            </a:lvl3pPr>
            <a:lvl4pPr marL="0" marR="0" lvl="3" indent="0" algn="r" rtl="0">
              <a:spcBef>
                <a:spcPts val="0"/>
              </a:spcBef>
              <a:buNone/>
              <a:defRPr sz="744" b="0" i="0" u="none" strike="noStrike" cap="none">
                <a:solidFill>
                  <a:srgbClr val="888888"/>
                </a:solidFill>
                <a:latin typeface="Verdana"/>
                <a:ea typeface="Verdana"/>
                <a:cs typeface="Verdana"/>
                <a:sym typeface="Verdana"/>
              </a:defRPr>
            </a:lvl4pPr>
            <a:lvl5pPr marL="0" marR="0" lvl="4" indent="0" algn="r" rtl="0">
              <a:spcBef>
                <a:spcPts val="0"/>
              </a:spcBef>
              <a:buNone/>
              <a:defRPr sz="744" b="0" i="0" u="none" strike="noStrike" cap="none">
                <a:solidFill>
                  <a:srgbClr val="888888"/>
                </a:solidFill>
                <a:latin typeface="Verdana"/>
                <a:ea typeface="Verdana"/>
                <a:cs typeface="Verdana"/>
                <a:sym typeface="Verdana"/>
              </a:defRPr>
            </a:lvl5pPr>
            <a:lvl6pPr marL="0" marR="0" lvl="5" indent="0" algn="r" rtl="0">
              <a:spcBef>
                <a:spcPts val="0"/>
              </a:spcBef>
              <a:buNone/>
              <a:defRPr sz="744" b="0" i="0" u="none" strike="noStrike" cap="none">
                <a:solidFill>
                  <a:srgbClr val="888888"/>
                </a:solidFill>
                <a:latin typeface="Verdana"/>
                <a:ea typeface="Verdana"/>
                <a:cs typeface="Verdana"/>
                <a:sym typeface="Verdana"/>
              </a:defRPr>
            </a:lvl6pPr>
            <a:lvl7pPr marL="0" marR="0" lvl="6" indent="0" algn="r" rtl="0">
              <a:spcBef>
                <a:spcPts val="0"/>
              </a:spcBef>
              <a:buNone/>
              <a:defRPr sz="744" b="0" i="0" u="none" strike="noStrike" cap="none">
                <a:solidFill>
                  <a:srgbClr val="888888"/>
                </a:solidFill>
                <a:latin typeface="Verdana"/>
                <a:ea typeface="Verdana"/>
                <a:cs typeface="Verdana"/>
                <a:sym typeface="Verdana"/>
              </a:defRPr>
            </a:lvl7pPr>
            <a:lvl8pPr marL="0" marR="0" lvl="7" indent="0" algn="r" rtl="0">
              <a:spcBef>
                <a:spcPts val="0"/>
              </a:spcBef>
              <a:buNone/>
              <a:defRPr sz="744" b="0" i="0" u="none" strike="noStrike" cap="none">
                <a:solidFill>
                  <a:srgbClr val="888888"/>
                </a:solidFill>
                <a:latin typeface="Verdana"/>
                <a:ea typeface="Verdana"/>
                <a:cs typeface="Verdana"/>
                <a:sym typeface="Verdana"/>
              </a:defRPr>
            </a:lvl8pPr>
            <a:lvl9pPr marL="0" marR="0" lvl="8" indent="0" algn="r" rtl="0">
              <a:spcBef>
                <a:spcPts val="0"/>
              </a:spcBef>
              <a:buNone/>
              <a:defRPr sz="744" b="0" i="0" u="none" strike="noStrike" cap="none">
                <a:solidFill>
                  <a:srgbClr val="888888"/>
                </a:solidFill>
                <a:latin typeface="Verdana"/>
                <a:ea typeface="Verdana"/>
                <a:cs typeface="Verdana"/>
                <a:sym typeface="Verdana"/>
              </a:defRPr>
            </a:lvl9pPr>
          </a:lstStyle>
          <a:p>
            <a:fld id="{00000000-1234-1234-1234-123412341234}" type="slidenum">
              <a:rPr lang="en-GB" smtClean="0"/>
              <a:pPr/>
              <a:t>‹#›</a:t>
            </a:fld>
            <a:endParaRPr lang="en-GB"/>
          </a:p>
        </p:txBody>
      </p:sp>
      <p:cxnSp>
        <p:nvCxnSpPr>
          <p:cNvPr id="11" name="Google Shape;11;p1"/>
          <p:cNvCxnSpPr/>
          <p:nvPr/>
        </p:nvCxnSpPr>
        <p:spPr>
          <a:xfrm>
            <a:off x="672043" y="756073"/>
            <a:ext cx="8820547"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11" y="4953990"/>
            <a:ext cx="10080626" cy="716577"/>
          </a:xfrm>
          <a:prstGeom prst="rect">
            <a:avLst/>
          </a:prstGeom>
          <a:noFill/>
          <a:ln>
            <a:noFill/>
          </a:ln>
        </p:spPr>
      </p:pic>
    </p:spTree>
    <p:extLst>
      <p:ext uri="{BB962C8B-B14F-4D97-AF65-F5344CB8AC3E}">
        <p14:creationId xmlns:p14="http://schemas.microsoft.com/office/powerpoint/2010/main" val="1220207630"/>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69"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hyperlink" Target="https://github.com/hacker-hub8/qurik"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8" Type="http://schemas.openxmlformats.org/officeDocument/2006/relationships/hyperlink" Target="https://select2.github.io/" TargetMode="External"/><Relationship Id="rId13" Type="http://schemas.openxmlformats.org/officeDocument/2006/relationships/hyperlink" Target="https://ipapi.co/" TargetMode="External"/><Relationship Id="rId18" Type="http://schemas.openxmlformats.org/officeDocument/2006/relationships/hyperlink" Target="https://popper.js.org/" TargetMode="External"/><Relationship Id="rId3" Type="http://schemas.openxmlformats.org/officeDocument/2006/relationships/hyperlink" Target="https://fontawesome.com/" TargetMode="External"/><Relationship Id="rId7" Type="http://schemas.openxmlformats.org/officeDocument/2006/relationships/hyperlink" Target="https://github.com/almasaeed2010/AdminLTE" TargetMode="External"/><Relationship Id="rId12" Type="http://schemas.openxmlformats.org/officeDocument/2006/relationships/hyperlink" Target="https://ip.nf/" TargetMode="External"/><Relationship Id="rId17" Type="http://schemas.openxmlformats.org/officeDocument/2006/relationships/hyperlink" Target="https://abpetkov.github.io/switchery" TargetMode="External"/><Relationship Id="rId2" Type="http://schemas.openxmlformats.org/officeDocument/2006/relationships/notesSlide" Target="../notesSlides/notesSlide48.xml"/><Relationship Id="rId16" Type="http://schemas.openxmlformats.org/officeDocument/2006/relationships/hyperlink" Target="https://www.iphunter.info/" TargetMode="External"/><Relationship Id="rId20" Type="http://schemas.openxmlformats.org/officeDocument/2006/relationships/hyperlink" Target="https://www.cloudflare.com/" TargetMode="External"/><Relationship Id="rId1" Type="http://schemas.openxmlformats.org/officeDocument/2006/relationships/slideLayout" Target="../slideLayouts/slideLayout2.xml"/><Relationship Id="rId6" Type="http://schemas.openxmlformats.org/officeDocument/2006/relationships/hyperlink" Target="https://jquery.com/" TargetMode="External"/><Relationship Id="rId11" Type="http://schemas.openxmlformats.org/officeDocument/2006/relationships/hyperlink" Target="https://www.flag-sprites.com/" TargetMode="External"/><Relationship Id="rId5" Type="http://schemas.openxmlformats.org/officeDocument/2006/relationships/hyperlink" Target="https://datatables.net/" TargetMode="External"/><Relationship Id="rId15" Type="http://schemas.openxmlformats.org/officeDocument/2006/relationships/hyperlink" Target="https://proxycheck.io/" TargetMode="External"/><Relationship Id="rId10" Type="http://schemas.openxmlformats.org/officeDocument/2006/relationships/hyperlink" Target="https://www.chartjs.org/" TargetMode="External"/><Relationship Id="rId19" Type="http://schemas.openxmlformats.org/officeDocument/2006/relationships/hyperlink" Target="https://github.com/KingSora/OverlayScrollbars" TargetMode="External"/><Relationship Id="rId4" Type="http://schemas.openxmlformats.org/officeDocument/2006/relationships/hyperlink" Target="https://getbootstrap.com/" TargetMode="External"/><Relationship Id="rId9" Type="http://schemas.openxmlformats.org/officeDocument/2006/relationships/hyperlink" Target="https://github.com/openlayers/openlayers" TargetMode="External"/><Relationship Id="rId14" Type="http://schemas.openxmlformats.org/officeDocument/2006/relationships/hyperlink" Target="https://iphub.info/"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1750237" y="984005"/>
            <a:ext cx="6426398" cy="597111"/>
          </a:xfrm>
          <a:prstGeom prst="rect">
            <a:avLst/>
          </a:prstGeom>
          <a:noFill/>
          <a:ln>
            <a:noFill/>
          </a:ln>
        </p:spPr>
        <p:txBody>
          <a:bodyPr spcFirstLastPara="1" wrap="square" lIns="56694" tIns="28339" rIns="56694" bIns="28339" anchor="ctr" anchorCtr="0">
            <a:noAutofit/>
          </a:bodyPr>
          <a:lstStyle/>
          <a:p>
            <a:pPr algn="ctr"/>
            <a:r>
              <a:rPr lang="en-US" sz="1488" dirty="0">
                <a:solidFill>
                  <a:schemeClr val="tx1"/>
                </a:solidFill>
                <a:latin typeface="Cambria" panose="02040503050406030204" pitchFamily="18" charset="0"/>
                <a:ea typeface="Cambria" panose="02040503050406030204" pitchFamily="18" charset="0"/>
              </a:rPr>
              <a:t>Establishing a Server log system for E-governance with appropriate notification and content based classification of log AICTE</a:t>
            </a:r>
            <a:endParaRPr sz="1488"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1654890" y="1750777"/>
            <a:ext cx="2723016" cy="342491"/>
          </a:xfrm>
          <a:prstGeom prst="rect">
            <a:avLst/>
          </a:prstGeom>
          <a:noFill/>
          <a:ln>
            <a:noFill/>
          </a:ln>
        </p:spPr>
        <p:txBody>
          <a:bodyPr spcFirstLastPara="1" wrap="square" lIns="56694" tIns="28339" rIns="56694" bIns="28339" anchor="t" anchorCtr="0">
            <a:normAutofit/>
          </a:bodyPr>
          <a:lstStyle/>
          <a:p>
            <a:pPr marL="0" indent="0" algn="l">
              <a:spcBef>
                <a:spcPts val="0"/>
              </a:spcBef>
            </a:pPr>
            <a:r>
              <a:rPr lang="en-GB" sz="1117" dirty="0">
                <a:latin typeface="Cambria" panose="02040503050406030204" pitchFamily="18" charset="0"/>
                <a:ea typeface="Cambria" panose="02040503050406030204" pitchFamily="18" charset="0"/>
              </a:rPr>
              <a:t>Batch Number: </a:t>
            </a:r>
            <a:r>
              <a:rPr lang="en-IN" sz="992" dirty="0"/>
              <a:t>CCS_05</a:t>
            </a:r>
            <a:endParaRPr sz="1117" dirty="0">
              <a:latin typeface="Cambria" panose="02040503050406030204" pitchFamily="18" charset="0"/>
              <a:ea typeface="Cambria" panose="02040503050406030204" pitchFamily="18" charset="0"/>
            </a:endParaRPr>
          </a:p>
        </p:txBody>
      </p:sp>
      <p:sp>
        <p:nvSpPr>
          <p:cNvPr id="90" name="Google Shape;90;p13"/>
          <p:cNvSpPr txBox="1"/>
          <p:nvPr/>
        </p:nvSpPr>
        <p:spPr>
          <a:xfrm>
            <a:off x="5569774" y="1968985"/>
            <a:ext cx="3419512" cy="1252984"/>
          </a:xfrm>
          <a:prstGeom prst="rect">
            <a:avLst/>
          </a:prstGeom>
          <a:noFill/>
          <a:ln>
            <a:noFill/>
          </a:ln>
        </p:spPr>
        <p:txBody>
          <a:bodyPr spcFirstLastPara="1" wrap="square" lIns="56694" tIns="28339" rIns="56694" bIns="28339" anchor="t" anchorCtr="0">
            <a:normAutofit/>
          </a:bodyPr>
          <a:lstStyle/>
          <a:p>
            <a:pPr>
              <a:buClr>
                <a:srgbClr val="17365D"/>
              </a:buClr>
              <a:buSzPts val="2000"/>
            </a:pPr>
            <a:r>
              <a:rPr lang="en-GB" sz="1117" b="1"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117" dirty="0">
              <a:latin typeface="Cambria" panose="02040503050406030204" pitchFamily="18" charset="0"/>
              <a:ea typeface="Cambria" panose="02040503050406030204" pitchFamily="18" charset="0"/>
            </a:endParaRPr>
          </a:p>
          <a:p>
            <a:pPr algn="ctr">
              <a:spcBef>
                <a:spcPts val="248"/>
              </a:spcBef>
              <a:buClr>
                <a:srgbClr val="17365D"/>
              </a:buClr>
              <a:buSzPts val="2000"/>
            </a:pPr>
            <a:endParaRPr sz="1240" b="1" dirty="0">
              <a:solidFill>
                <a:srgbClr val="17365D"/>
              </a:solidFill>
              <a:latin typeface="Cambria" panose="02040503050406030204" pitchFamily="18" charset="0"/>
              <a:ea typeface="Cambria" panose="02040503050406030204" pitchFamily="18" charset="0"/>
              <a:cs typeface="Verdana"/>
              <a:sym typeface="Verdana"/>
            </a:endParaRPr>
          </a:p>
          <a:p>
            <a:pPr>
              <a:spcBef>
                <a:spcPts val="211"/>
              </a:spcBef>
              <a:buClr>
                <a:srgbClr val="17365D"/>
              </a:buClr>
              <a:buSzPts val="1700"/>
            </a:pPr>
            <a:r>
              <a:rPr lang="en-GB" sz="1054" b="1" dirty="0">
                <a:solidFill>
                  <a:srgbClr val="17365D"/>
                </a:solidFill>
                <a:latin typeface="Cambria" panose="02040503050406030204" pitchFamily="18" charset="0"/>
                <a:ea typeface="Cambria" panose="02040503050406030204" pitchFamily="18" charset="0"/>
                <a:cs typeface="Verdana"/>
                <a:sym typeface="Verdana"/>
              </a:rPr>
              <a:t>Guide - Dr. </a:t>
            </a:r>
            <a:r>
              <a:rPr lang="en-GB" sz="1054" b="1" dirty="0" err="1">
                <a:solidFill>
                  <a:srgbClr val="17365D"/>
                </a:solidFill>
                <a:latin typeface="Cambria" panose="02040503050406030204" pitchFamily="18" charset="0"/>
                <a:ea typeface="Cambria" panose="02040503050406030204" pitchFamily="18" charset="0"/>
                <a:cs typeface="Verdana"/>
                <a:sym typeface="Verdana"/>
              </a:rPr>
              <a:t>Sharmasth</a:t>
            </a:r>
            <a:r>
              <a:rPr lang="en-GB" sz="1054" b="1" dirty="0">
                <a:solidFill>
                  <a:srgbClr val="17365D"/>
                </a:solidFill>
                <a:latin typeface="Cambria" panose="02040503050406030204" pitchFamily="18" charset="0"/>
                <a:ea typeface="Cambria" panose="02040503050406030204" pitchFamily="18" charset="0"/>
                <a:cs typeface="Verdana"/>
                <a:sym typeface="Verdana"/>
              </a:rPr>
              <a:t> Vali</a:t>
            </a:r>
          </a:p>
          <a:p>
            <a:pPr>
              <a:spcBef>
                <a:spcPts val="211"/>
              </a:spcBef>
              <a:buClr>
                <a:srgbClr val="17365D"/>
              </a:buClr>
              <a:buSzPts val="1700"/>
            </a:pPr>
            <a:r>
              <a:rPr lang="en-GB" sz="1054" b="1"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sz="869" dirty="0">
              <a:latin typeface="Cambria" panose="02040503050406030204" pitchFamily="18" charset="0"/>
              <a:ea typeface="Cambria" panose="02040503050406030204" pitchFamily="18" charset="0"/>
            </a:endParaRPr>
          </a:p>
          <a:p>
            <a:pPr>
              <a:spcBef>
                <a:spcPts val="211"/>
              </a:spcBef>
              <a:buClr>
                <a:srgbClr val="17365D"/>
              </a:buClr>
              <a:buSzPts val="1700"/>
            </a:pPr>
            <a:r>
              <a:rPr lang="en-GB" sz="1054" b="1" dirty="0">
                <a:solidFill>
                  <a:srgbClr val="17365D"/>
                </a:solidFill>
                <a:latin typeface="Cambria" panose="02040503050406030204" pitchFamily="18" charset="0"/>
                <a:ea typeface="Cambria" panose="02040503050406030204" pitchFamily="18" charset="0"/>
                <a:cs typeface="Verdana"/>
                <a:sym typeface="Verdana"/>
              </a:rPr>
              <a:t>Presidency University</a:t>
            </a:r>
          </a:p>
          <a:p>
            <a:pPr>
              <a:spcBef>
                <a:spcPts val="211"/>
              </a:spcBef>
              <a:buClr>
                <a:srgbClr val="17365D"/>
              </a:buClr>
              <a:buSzPts val="1700"/>
            </a:pPr>
            <a:r>
              <a:rPr lang="en-GB" sz="1054" b="1" dirty="0">
                <a:solidFill>
                  <a:srgbClr val="17365D"/>
                </a:solidFill>
                <a:latin typeface="Cambria" panose="02040503050406030204" pitchFamily="18" charset="0"/>
                <a:ea typeface="Cambria" panose="02040503050406030204" pitchFamily="18" charset="0"/>
                <a:sym typeface="Verdana"/>
              </a:rPr>
              <a:t>( Cyber Security )</a:t>
            </a:r>
            <a:endParaRPr sz="869" dirty="0">
              <a:latin typeface="Cambria" panose="02040503050406030204" pitchFamily="18" charset="0"/>
              <a:ea typeface="Cambria" panose="02040503050406030204" pitchFamily="18" charset="0"/>
            </a:endParaRPr>
          </a:p>
          <a:p>
            <a:pPr>
              <a:spcBef>
                <a:spcPts val="248"/>
              </a:spcBef>
              <a:buClr>
                <a:srgbClr val="17365D"/>
              </a:buClr>
              <a:buSzPts val="2000"/>
            </a:pPr>
            <a:endParaRPr sz="1240" b="1"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766233399"/>
              </p:ext>
            </p:extLst>
          </p:nvPr>
        </p:nvGraphicFramePr>
        <p:xfrm>
          <a:off x="1543923" y="2156787"/>
          <a:ext cx="3419513" cy="1474344"/>
        </p:xfrm>
        <a:graphic>
          <a:graphicData uri="http://schemas.openxmlformats.org/drawingml/2006/table">
            <a:tbl>
              <a:tblPr firstRow="1" bandRow="1">
                <a:noFill/>
              </a:tblPr>
              <a:tblGrid>
                <a:gridCol w="1315762">
                  <a:extLst>
                    <a:ext uri="{9D8B030D-6E8A-4147-A177-3AD203B41FA5}">
                      <a16:colId xmlns:a16="http://schemas.microsoft.com/office/drawing/2014/main" val="20000"/>
                    </a:ext>
                  </a:extLst>
                </a:gridCol>
                <a:gridCol w="2103751">
                  <a:extLst>
                    <a:ext uri="{9D8B030D-6E8A-4147-A177-3AD203B41FA5}">
                      <a16:colId xmlns:a16="http://schemas.microsoft.com/office/drawing/2014/main" val="20001"/>
                    </a:ext>
                  </a:extLst>
                </a:gridCol>
              </a:tblGrid>
              <a:tr h="245724">
                <a:tc>
                  <a:txBody>
                    <a:bodyPr/>
                    <a:lstStyle/>
                    <a:p>
                      <a:pPr marL="0" marR="0" lvl="1" indent="0" algn="ctr" rtl="0">
                        <a:spcBef>
                          <a:spcPts val="0"/>
                        </a:spcBef>
                        <a:spcAft>
                          <a:spcPts val="0"/>
                        </a:spcAft>
                        <a:buNone/>
                      </a:pPr>
                      <a:r>
                        <a:rPr lang="en-GB" sz="1200" b="1" u="none" strike="noStrike" cap="none" dirty="0">
                          <a:solidFill>
                            <a:srgbClr val="17365D"/>
                          </a:solidFill>
                        </a:rPr>
                        <a:t>Roll Number                </a:t>
                      </a:r>
                      <a:endParaRPr sz="1200" b="1" u="none" strike="noStrike" cap="none" dirty="0">
                        <a:solidFill>
                          <a:srgbClr val="17365D"/>
                        </a:solidFill>
                      </a:endParaRPr>
                    </a:p>
                  </a:txBody>
                  <a:tcPr marL="56710" marR="56710" marT="28356" marB="28356"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200" b="1" u="none" strike="noStrike" cap="none" dirty="0">
                          <a:solidFill>
                            <a:srgbClr val="17365D"/>
                          </a:solidFill>
                        </a:rPr>
                        <a:t>Student Name</a:t>
                      </a:r>
                      <a:endParaRPr sz="1200" b="1" u="none" strike="noStrike" cap="none" dirty="0">
                        <a:solidFill>
                          <a:srgbClr val="17365D"/>
                        </a:solidFill>
                      </a:endParaRPr>
                    </a:p>
                  </a:txBody>
                  <a:tcPr marL="56710" marR="56710" marT="28356" marB="28356"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45724">
                <a:tc>
                  <a:txBody>
                    <a:bodyPr/>
                    <a:lstStyle/>
                    <a:p>
                      <a:pPr marL="0" marR="0" lvl="0" indent="0" algn="ctr" rtl="0">
                        <a:spcBef>
                          <a:spcPts val="0"/>
                        </a:spcBef>
                        <a:spcAft>
                          <a:spcPts val="0"/>
                        </a:spcAft>
                        <a:buFont typeface="+mj-lt"/>
                        <a:buNone/>
                      </a:pPr>
                      <a:endParaRPr sz="1200" u="none" strike="noStrike" cap="none" dirty="0"/>
                    </a:p>
                  </a:txBody>
                  <a:tcPr marL="56710" marR="56710" marT="28356" marB="28356"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dirty="0"/>
                    </a:p>
                  </a:txBody>
                  <a:tcPr marL="56710" marR="56710" marT="28356" marB="28356"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45724">
                <a:tc>
                  <a:txBody>
                    <a:bodyPr/>
                    <a:lstStyle/>
                    <a:p>
                      <a:pPr marL="0" marR="0" lvl="0" indent="0" algn="ctr" rtl="0">
                        <a:spcBef>
                          <a:spcPts val="0"/>
                        </a:spcBef>
                        <a:spcAft>
                          <a:spcPts val="0"/>
                        </a:spcAft>
                        <a:buNone/>
                      </a:pPr>
                      <a:endParaRPr sz="1200" u="none" strike="noStrike" cap="none" dirty="0"/>
                    </a:p>
                  </a:txBody>
                  <a:tcPr marL="56710" marR="56710" marT="28356" marB="28356"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dirty="0"/>
                    </a:p>
                  </a:txBody>
                  <a:tcPr marL="56710" marR="56710" marT="28356" marB="28356"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45724">
                <a:tc>
                  <a:txBody>
                    <a:bodyPr/>
                    <a:lstStyle/>
                    <a:p>
                      <a:pPr marL="0" marR="0" lvl="0" indent="0" algn="ctr" rtl="0">
                        <a:spcBef>
                          <a:spcPts val="0"/>
                        </a:spcBef>
                        <a:spcAft>
                          <a:spcPts val="0"/>
                        </a:spcAft>
                        <a:buNone/>
                      </a:pPr>
                      <a:endParaRPr sz="1200" u="none" strike="noStrike" cap="none" dirty="0"/>
                    </a:p>
                  </a:txBody>
                  <a:tcPr marL="56710" marR="56710" marT="28356" marB="28356"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dirty="0"/>
                    </a:p>
                  </a:txBody>
                  <a:tcPr marL="56710" marR="56710" marT="28356" marB="28356"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45724">
                <a:tc>
                  <a:txBody>
                    <a:bodyPr/>
                    <a:lstStyle/>
                    <a:p>
                      <a:pPr marL="0" marR="0" lvl="0" indent="0" algn="ctr" rtl="0">
                        <a:spcBef>
                          <a:spcPts val="0"/>
                        </a:spcBef>
                        <a:spcAft>
                          <a:spcPts val="0"/>
                        </a:spcAft>
                        <a:buNone/>
                      </a:pPr>
                      <a:endParaRPr sz="1200" u="none" strike="noStrike" cap="none" dirty="0"/>
                    </a:p>
                  </a:txBody>
                  <a:tcPr marL="56710" marR="56710" marT="28356" marB="28356"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dirty="0"/>
                    </a:p>
                  </a:txBody>
                  <a:tcPr marL="56710" marR="56710" marT="28356" marB="28356"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45724">
                <a:tc>
                  <a:txBody>
                    <a:bodyPr/>
                    <a:lstStyle/>
                    <a:p>
                      <a:pPr marL="0" marR="0" lvl="0" indent="0" algn="ctr" rtl="0">
                        <a:spcBef>
                          <a:spcPts val="0"/>
                        </a:spcBef>
                        <a:spcAft>
                          <a:spcPts val="0"/>
                        </a:spcAft>
                        <a:buNone/>
                      </a:pPr>
                      <a:endParaRPr sz="1200" u="none" strike="noStrike" cap="none" dirty="0"/>
                    </a:p>
                  </a:txBody>
                  <a:tcPr marL="56710" marR="56710" marT="28356" marB="28356"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dirty="0"/>
                    </a:p>
                  </a:txBody>
                  <a:tcPr marL="56710" marR="56710" marT="28356" marB="28356"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3016398" y="143841"/>
            <a:ext cx="3410009" cy="452295"/>
          </a:xfrm>
          <a:prstGeom prst="rect">
            <a:avLst/>
          </a:prstGeom>
          <a:noFill/>
          <a:ln>
            <a:noFill/>
          </a:ln>
        </p:spPr>
        <p:txBody>
          <a:bodyPr spcFirstLastPara="1" wrap="square" lIns="56694" tIns="28339" rIns="56694" bIns="28339" anchor="t" anchorCtr="0">
            <a:noAutofit/>
          </a:bodyPr>
          <a:lstStyle/>
          <a:p>
            <a:pPr algn="ctr">
              <a:buClr>
                <a:srgbClr val="17365D"/>
              </a:buClr>
              <a:buSzPct val="100000"/>
            </a:pPr>
            <a:r>
              <a:rPr lang="en-GB" sz="1117" b="1" dirty="0">
                <a:solidFill>
                  <a:srgbClr val="17365D"/>
                </a:solidFill>
                <a:latin typeface="Cambria" panose="02040503050406030204" pitchFamily="18" charset="0"/>
                <a:ea typeface="Cambria" panose="02040503050406030204" pitchFamily="18" charset="0"/>
                <a:cs typeface="Verdana"/>
                <a:sym typeface="Verdana"/>
              </a:rPr>
              <a:t>CSE7101- Capstone Project</a:t>
            </a:r>
            <a:endParaRPr sz="1117" dirty="0">
              <a:latin typeface="Cambria" panose="02040503050406030204" pitchFamily="18" charset="0"/>
              <a:ea typeface="Cambria" panose="02040503050406030204" pitchFamily="18" charset="0"/>
            </a:endParaRPr>
          </a:p>
          <a:p>
            <a:pPr algn="ctr">
              <a:spcBef>
                <a:spcPts val="193"/>
              </a:spcBef>
              <a:buClr>
                <a:srgbClr val="17365D"/>
              </a:buClr>
              <a:buSzPct val="100000"/>
            </a:pPr>
            <a:r>
              <a:rPr lang="en-GB" sz="1117" b="1" dirty="0">
                <a:solidFill>
                  <a:srgbClr val="17365D"/>
                </a:solidFill>
                <a:latin typeface="Cambria" panose="02040503050406030204" pitchFamily="18" charset="0"/>
                <a:ea typeface="Cambria" panose="02040503050406030204" pitchFamily="18" charset="0"/>
                <a:cs typeface="Verdana"/>
                <a:sym typeface="Verdana"/>
              </a:rPr>
              <a:t>Review-4</a:t>
            </a:r>
            <a:endParaRPr sz="1117" b="1"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242120" y="3694650"/>
            <a:ext cx="7596383" cy="968685"/>
          </a:xfrm>
          <a:prstGeom prst="rect">
            <a:avLst/>
          </a:prstGeom>
          <a:noFill/>
          <a:ln>
            <a:noFill/>
          </a:ln>
        </p:spPr>
        <p:txBody>
          <a:bodyPr spcFirstLastPara="1" wrap="square" lIns="56694" tIns="28339" rIns="56694" bIns="28339" anchor="t" anchorCtr="0">
            <a:noAutofit/>
          </a:bodyPr>
          <a:lstStyle/>
          <a:p>
            <a:pPr>
              <a:buClr>
                <a:srgbClr val="17365D"/>
              </a:buClr>
              <a:buSzPct val="100000"/>
            </a:pPr>
            <a:r>
              <a:rPr lang="en-US" sz="1117" b="1"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117" b="1" dirty="0">
                <a:latin typeface="Cambria" panose="02040503050406030204" pitchFamily="18" charset="0"/>
                <a:ea typeface="Cambria" panose="02040503050406030204" pitchFamily="18" charset="0"/>
                <a:cs typeface="Verdana"/>
                <a:sym typeface="Verdana"/>
              </a:rPr>
              <a:t>CSE Cyber Security</a:t>
            </a:r>
          </a:p>
          <a:p>
            <a:pPr>
              <a:buClr>
                <a:srgbClr val="17365D"/>
              </a:buClr>
              <a:buSzPct val="100000"/>
            </a:pPr>
            <a:r>
              <a:rPr lang="en-US" sz="1117"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1117" b="1" dirty="0"/>
              <a:t>Dr. Anandaraj S.P</a:t>
            </a:r>
            <a:endParaRPr lang="en-US" sz="1117"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117" b="1"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117" b="1" dirty="0"/>
              <a:t>Dr. </a:t>
            </a:r>
            <a:r>
              <a:rPr lang="en-IN" sz="1117" b="1" dirty="0" err="1"/>
              <a:t>Sharmasth</a:t>
            </a:r>
            <a:r>
              <a:rPr lang="en-IN" sz="1117" b="1" dirty="0"/>
              <a:t> Vali</a:t>
            </a:r>
            <a:endParaRPr lang="en-US" sz="1117"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117"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117" b="1" dirty="0">
                <a:latin typeface="Cambria" panose="02040503050406030204" pitchFamily="18" charset="0"/>
                <a:ea typeface="Cambria" panose="02040503050406030204" pitchFamily="18" charset="0"/>
                <a:cs typeface="Verdana"/>
                <a:sym typeface="Verdana"/>
              </a:rPr>
              <a:t>Dr. </a:t>
            </a:r>
            <a:r>
              <a:rPr lang="en-US" sz="1117" b="1" dirty="0" err="1">
                <a:latin typeface="Cambria" panose="02040503050406030204" pitchFamily="18" charset="0"/>
                <a:ea typeface="Cambria" panose="02040503050406030204" pitchFamily="18" charset="0"/>
                <a:cs typeface="Verdana"/>
                <a:sym typeface="Verdana"/>
              </a:rPr>
              <a:t>Sampath</a:t>
            </a:r>
            <a:r>
              <a:rPr lang="en-US" sz="1117" b="1" dirty="0">
                <a:latin typeface="Cambria" panose="02040503050406030204" pitchFamily="18" charset="0"/>
                <a:ea typeface="Cambria" panose="02040503050406030204" pitchFamily="18" charset="0"/>
                <a:cs typeface="Verdana"/>
                <a:sym typeface="Verdana"/>
              </a:rPr>
              <a:t> A K , Dr. </a:t>
            </a:r>
            <a:r>
              <a:rPr lang="en-US" sz="1117" b="1" dirty="0" err="1">
                <a:latin typeface="Cambria" panose="02040503050406030204" pitchFamily="18" charset="0"/>
                <a:ea typeface="Cambria" panose="02040503050406030204" pitchFamily="18" charset="0"/>
                <a:cs typeface="Verdana"/>
                <a:sym typeface="Verdana"/>
              </a:rPr>
              <a:t>Geetha</a:t>
            </a:r>
            <a:r>
              <a:rPr lang="en-US" sz="1117" b="1" dirty="0">
                <a:latin typeface="Cambria" panose="02040503050406030204" pitchFamily="18" charset="0"/>
                <a:ea typeface="Cambria" panose="02040503050406030204" pitchFamily="18" charset="0"/>
                <a:cs typeface="Verdana"/>
                <a:sym typeface="Verdana"/>
              </a:rPr>
              <a:t> A </a:t>
            </a:r>
            <a:endParaRPr sz="1117" b="1" dirty="0">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27987DA8-6310-2AC0-2DE4-0D23132691D8}"/>
              </a:ext>
            </a:extLst>
          </p:cNvPr>
          <p:cNvGraphicFramePr>
            <a:graphicFrameLocks noGrp="1"/>
          </p:cNvGraphicFramePr>
          <p:nvPr>
            <p:extLst>
              <p:ext uri="{D42A27DB-BD31-4B8C-83A1-F6EECF244321}">
                <p14:modId xmlns:p14="http://schemas.microsoft.com/office/powerpoint/2010/main" val="2592091191"/>
              </p:ext>
            </p:extLst>
          </p:nvPr>
        </p:nvGraphicFramePr>
        <p:xfrm>
          <a:off x="1750237" y="2520612"/>
          <a:ext cx="3136556" cy="718758"/>
        </p:xfrm>
        <a:graphic>
          <a:graphicData uri="http://schemas.openxmlformats.org/drawingml/2006/table">
            <a:tbl>
              <a:tblPr firstRow="1" bandRow="1"/>
              <a:tblGrid>
                <a:gridCol w="1568278">
                  <a:extLst>
                    <a:ext uri="{9D8B030D-6E8A-4147-A177-3AD203B41FA5}">
                      <a16:colId xmlns:a16="http://schemas.microsoft.com/office/drawing/2014/main" val="869078806"/>
                    </a:ext>
                  </a:extLst>
                </a:gridCol>
                <a:gridCol w="1568278">
                  <a:extLst>
                    <a:ext uri="{9D8B030D-6E8A-4147-A177-3AD203B41FA5}">
                      <a16:colId xmlns:a16="http://schemas.microsoft.com/office/drawing/2014/main" val="3071596097"/>
                    </a:ext>
                  </a:extLst>
                </a:gridCol>
              </a:tblGrid>
              <a:tr h="21346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t>20231CCS3007</a:t>
                      </a:r>
                    </a:p>
                  </a:txBody>
                  <a:tcPr marL="56704" marR="56704" marT="28353" marB="28353"/>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Anup R </a:t>
                      </a:r>
                      <a:r>
                        <a:rPr lang="en-US" sz="1200" dirty="0" err="1"/>
                        <a:t>Ganiger</a:t>
                      </a:r>
                      <a:endParaRPr lang="en-IN" sz="1200" dirty="0"/>
                    </a:p>
                  </a:txBody>
                  <a:tcPr marL="56704" marR="56704" marT="28353" marB="28353"/>
                </a:tc>
                <a:extLst>
                  <a:ext uri="{0D108BD9-81ED-4DB2-BD59-A6C34878D82A}">
                    <a16:rowId xmlns:a16="http://schemas.microsoft.com/office/drawing/2014/main" val="72872807"/>
                  </a:ext>
                </a:extLst>
              </a:tr>
              <a:tr h="2263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t>20231CCS3008</a:t>
                      </a:r>
                    </a:p>
                  </a:txBody>
                  <a:tcPr marL="56704" marR="56704" marT="28353" marB="28353"/>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Sampath Kumar MS</a:t>
                      </a:r>
                      <a:endParaRPr lang="en-IN" sz="1200" dirty="0"/>
                    </a:p>
                  </a:txBody>
                  <a:tcPr marL="56704" marR="56704" marT="28353" marB="28353"/>
                </a:tc>
                <a:extLst>
                  <a:ext uri="{0D108BD9-81ED-4DB2-BD59-A6C34878D82A}">
                    <a16:rowId xmlns:a16="http://schemas.microsoft.com/office/drawing/2014/main" val="3058650357"/>
                  </a:ext>
                </a:extLst>
              </a:tr>
              <a:tr h="18952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t>20221CCS0145</a:t>
                      </a:r>
                    </a:p>
                  </a:txBody>
                  <a:tcPr marL="56704" marR="56704" marT="28353" marB="28353"/>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Sumeet D</a:t>
                      </a:r>
                      <a:endParaRPr lang="en-IN" sz="1200" dirty="0"/>
                    </a:p>
                  </a:txBody>
                  <a:tcPr marL="56704" marR="56704" marT="28353" marB="28353"/>
                </a:tc>
                <a:extLst>
                  <a:ext uri="{0D108BD9-81ED-4DB2-BD59-A6C34878D82A}">
                    <a16:rowId xmlns:a16="http://schemas.microsoft.com/office/drawing/2014/main" val="237114023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33595" y="284129"/>
            <a:ext cx="6615410" cy="302307"/>
          </a:xfrm>
          <a:prstGeom prst="rect">
            <a:avLst/>
          </a:prstGeom>
          <a:noFill/>
          <a:ln>
            <a:noFill/>
          </a:ln>
        </p:spPr>
        <p:txBody>
          <a:bodyPr spcFirstLastPara="1" wrap="square" lIns="56694" tIns="28339" rIns="56694" bIns="28339" anchor="ctr" anchorCtr="0">
            <a:noAutofit/>
          </a:bodyPr>
          <a:lstStyle/>
          <a:p>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07198" y="1155859"/>
            <a:ext cx="6615410" cy="2433525"/>
          </a:xfrm>
          <a:prstGeom prst="rect">
            <a:avLst/>
          </a:prstGeom>
          <a:noFill/>
          <a:ln>
            <a:noFill/>
          </a:ln>
        </p:spPr>
        <p:txBody>
          <a:bodyPr spcFirstLastPara="1" wrap="square" lIns="56694" tIns="28339" rIns="56694" bIns="28339" anchor="t" anchorCtr="0">
            <a:noAutofit/>
          </a:bodyPr>
          <a:lstStyle/>
          <a:p>
            <a:pPr marL="307119" indent="-212622" algn="just">
              <a:lnSpc>
                <a:spcPct val="200000"/>
              </a:lnSpc>
              <a:spcBef>
                <a:spcPts val="0"/>
              </a:spcBef>
              <a:buSzPct val="100000"/>
              <a:buFont typeface="+mj-lt"/>
              <a:buAutoNum type="arabicPeriod"/>
            </a:pPr>
            <a:r>
              <a:rPr lang="en-US" sz="12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Problem Statement</a:t>
            </a:r>
          </a:p>
          <a:p>
            <a:pPr marL="307119" indent="-212622" algn="just">
              <a:lnSpc>
                <a:spcPct val="200000"/>
              </a:lnSpc>
              <a:spcBef>
                <a:spcPts val="0"/>
              </a:spcBef>
              <a:buSzPct val="100000"/>
              <a:buFont typeface="+mj-lt"/>
              <a:buAutoNum type="arabicPeriod"/>
            </a:pPr>
            <a:r>
              <a:rPr lang="en-US" sz="12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Analysis of Problem Statement</a:t>
            </a:r>
          </a:p>
          <a:p>
            <a:pPr marL="307119" indent="-212622" algn="just">
              <a:lnSpc>
                <a:spcPct val="200000"/>
              </a:lnSpc>
              <a:spcBef>
                <a:spcPts val="0"/>
              </a:spcBef>
              <a:buSzPct val="100000"/>
              <a:buFont typeface="+mj-lt"/>
              <a:buAutoNum type="arabicPeriod"/>
            </a:pPr>
            <a:r>
              <a:rPr lang="en-US" sz="12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Abstract</a:t>
            </a:r>
          </a:p>
          <a:p>
            <a:pPr marL="307119" indent="-212622" algn="just">
              <a:lnSpc>
                <a:spcPct val="200000"/>
              </a:lnSpc>
              <a:spcBef>
                <a:spcPts val="0"/>
              </a:spcBef>
              <a:buSzPct val="100000"/>
              <a:buFont typeface="+mj-lt"/>
              <a:buAutoNum type="arabicPeriod"/>
            </a:pPr>
            <a:r>
              <a:rPr lang="en-US" sz="12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Literature Survey</a:t>
            </a:r>
          </a:p>
          <a:p>
            <a:pPr marL="307119" indent="-212622" algn="just">
              <a:lnSpc>
                <a:spcPct val="200000"/>
              </a:lnSpc>
              <a:spcBef>
                <a:spcPts val="0"/>
              </a:spcBef>
              <a:buSzPct val="100000"/>
              <a:buFont typeface="+mj-lt"/>
              <a:buAutoNum type="arabicPeriod"/>
            </a:pPr>
            <a:r>
              <a:rPr lang="en-US" sz="12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Objectives</a:t>
            </a:r>
          </a:p>
          <a:p>
            <a:pPr marL="307119" indent="-212622" algn="just">
              <a:lnSpc>
                <a:spcPct val="200000"/>
              </a:lnSpc>
              <a:spcBef>
                <a:spcPts val="0"/>
              </a:spcBef>
              <a:buSzPct val="100000"/>
              <a:buFont typeface="+mj-lt"/>
              <a:buAutoNum type="arabicPeriod"/>
            </a:pPr>
            <a:r>
              <a:rPr lang="en-US" sz="12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Existing Methods</a:t>
            </a:r>
          </a:p>
          <a:p>
            <a:pPr marL="307119" indent="-212622" algn="just">
              <a:lnSpc>
                <a:spcPct val="200000"/>
              </a:lnSpc>
              <a:spcBef>
                <a:spcPts val="0"/>
              </a:spcBef>
              <a:buSzPct val="100000"/>
              <a:buFont typeface="+mj-lt"/>
              <a:buAutoNum type="arabicPeriod"/>
            </a:pPr>
            <a:r>
              <a:rPr lang="en-US" sz="12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Drawbacks</a:t>
            </a:r>
          </a:p>
          <a:p>
            <a:pPr marL="307119" indent="-212622" algn="just">
              <a:lnSpc>
                <a:spcPct val="200000"/>
              </a:lnSpc>
              <a:spcBef>
                <a:spcPts val="0"/>
              </a:spcBef>
              <a:buSzPct val="100000"/>
              <a:buFont typeface="+mj-lt"/>
              <a:buAutoNum type="arabicPeriod"/>
            </a:pPr>
            <a:r>
              <a:rPr lang="en-US" sz="12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Proposed Method &amp; Feasibility Study</a:t>
            </a:r>
          </a:p>
          <a:p>
            <a:pPr marL="236245" indent="-141748" algn="just">
              <a:lnSpc>
                <a:spcPct val="200000"/>
              </a:lnSpc>
              <a:spcBef>
                <a:spcPts val="0"/>
              </a:spcBef>
              <a:buFont typeface="+mj-lt"/>
              <a:buAutoNum type="arabicPeriod"/>
            </a:pPr>
            <a:endParaRPr lang="en-US" sz="12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236245" indent="-141748" algn="just">
              <a:lnSpc>
                <a:spcPct val="200000"/>
              </a:lnSpc>
              <a:spcBef>
                <a:spcPts val="0"/>
              </a:spcBef>
              <a:buFont typeface="+mj-lt"/>
              <a:buAutoNum type="arabicPeriod"/>
            </a:pPr>
            <a:endParaRPr lang="en-US" sz="12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D51A1E6-E245-F3D4-59DB-221135033AA3}"/>
              </a:ext>
            </a:extLst>
          </p:cNvPr>
          <p:cNvSpPr txBox="1"/>
          <p:nvPr/>
        </p:nvSpPr>
        <p:spPr>
          <a:xfrm>
            <a:off x="3914903" y="1150575"/>
            <a:ext cx="3779344" cy="2990691"/>
          </a:xfrm>
          <a:prstGeom prst="rect">
            <a:avLst/>
          </a:prstGeom>
          <a:noFill/>
        </p:spPr>
        <p:txBody>
          <a:bodyPr wrap="square">
            <a:spAutoFit/>
          </a:bodyPr>
          <a:lstStyle/>
          <a:p>
            <a:pPr marL="307119" indent="-212622" algn="just">
              <a:lnSpc>
                <a:spcPct val="200000"/>
              </a:lnSpc>
              <a:buSzPct val="101000"/>
              <a:buFont typeface="+mj-lt"/>
              <a:buAutoNum type="arabicPeriod" startAt="9"/>
            </a:pPr>
            <a:r>
              <a:rPr lang="en-US" sz="1200" b="1" dirty="0">
                <a:latin typeface="Times New Roman" panose="02020603050405020304" pitchFamily="18" charset="0"/>
                <a:ea typeface="Cambria" panose="02040503050406030204" pitchFamily="18" charset="0"/>
                <a:cs typeface="Times New Roman" panose="02020603050405020304" pitchFamily="18" charset="0"/>
              </a:rPr>
              <a:t>Architecture Diagram</a:t>
            </a:r>
          </a:p>
          <a:p>
            <a:pPr marL="307119" indent="-212622" algn="just">
              <a:lnSpc>
                <a:spcPct val="200000"/>
              </a:lnSpc>
              <a:buSzPct val="101000"/>
              <a:buFont typeface="+mj-lt"/>
              <a:buAutoNum type="arabicPeriod" startAt="9"/>
            </a:pPr>
            <a:r>
              <a:rPr lang="en-US" sz="1200" b="1" dirty="0">
                <a:latin typeface="Times New Roman" panose="02020603050405020304" pitchFamily="18" charset="0"/>
                <a:ea typeface="Cambria" panose="02040503050406030204" pitchFamily="18" charset="0"/>
                <a:cs typeface="Times New Roman" panose="02020603050405020304" pitchFamily="18" charset="0"/>
              </a:rPr>
              <a:t>Modules</a:t>
            </a:r>
          </a:p>
          <a:p>
            <a:pPr marL="307119" indent="-212622" algn="just">
              <a:lnSpc>
                <a:spcPct val="200000"/>
              </a:lnSpc>
              <a:buSzPct val="101000"/>
              <a:buFont typeface="+mj-lt"/>
              <a:buAutoNum type="arabicPeriod" startAt="9"/>
            </a:pPr>
            <a:r>
              <a:rPr lang="en-US" sz="1200" b="1" dirty="0">
                <a:latin typeface="Times New Roman" panose="02020603050405020304" pitchFamily="18" charset="0"/>
                <a:ea typeface="Cambria" panose="02040503050406030204" pitchFamily="18" charset="0"/>
                <a:cs typeface="Times New Roman" panose="02020603050405020304" pitchFamily="18" charset="0"/>
              </a:rPr>
              <a:t>Algorithm Details</a:t>
            </a:r>
          </a:p>
          <a:p>
            <a:pPr marL="307119" indent="-212622" algn="just">
              <a:lnSpc>
                <a:spcPct val="200000"/>
              </a:lnSpc>
              <a:buSzPct val="101000"/>
              <a:buFont typeface="+mj-lt"/>
              <a:buAutoNum type="arabicPeriod" startAt="9"/>
            </a:pPr>
            <a:r>
              <a:rPr lang="en-US" sz="1200" b="1" dirty="0">
                <a:latin typeface="Times New Roman" panose="02020603050405020304" pitchFamily="18" charset="0"/>
                <a:ea typeface="Cambria" panose="02040503050406030204" pitchFamily="18" charset="0"/>
                <a:cs typeface="Times New Roman" panose="02020603050405020304" pitchFamily="18" charset="0"/>
              </a:rPr>
              <a:t>Hardware and software details</a:t>
            </a:r>
          </a:p>
          <a:p>
            <a:pPr marL="307119" indent="-212622" algn="just">
              <a:lnSpc>
                <a:spcPct val="200000"/>
              </a:lnSpc>
              <a:buSzPct val="101000"/>
              <a:buFont typeface="+mj-lt"/>
              <a:buAutoNum type="arabicPeriod" startAt="9"/>
            </a:pPr>
            <a:r>
              <a:rPr lang="en-US" sz="1200" b="1" dirty="0">
                <a:latin typeface="Times New Roman" panose="02020603050405020304" pitchFamily="18" charset="0"/>
                <a:ea typeface="Cambria" panose="02040503050406030204" pitchFamily="18" charset="0"/>
                <a:cs typeface="Times New Roman" panose="02020603050405020304" pitchFamily="18" charset="0"/>
              </a:rPr>
              <a:t>working  Screenshot</a:t>
            </a:r>
          </a:p>
          <a:p>
            <a:pPr marL="307119" indent="-212622" algn="just">
              <a:lnSpc>
                <a:spcPct val="200000"/>
              </a:lnSpc>
              <a:buSzPct val="101000"/>
              <a:buFont typeface="+mj-lt"/>
              <a:buAutoNum type="arabicPeriod" startAt="9"/>
            </a:pPr>
            <a:r>
              <a:rPr lang="en-US" sz="1200" b="1" dirty="0">
                <a:latin typeface="Times New Roman" panose="02020603050405020304" pitchFamily="18" charset="0"/>
                <a:ea typeface="Cambria" panose="02040503050406030204" pitchFamily="18" charset="0"/>
                <a:cs typeface="Times New Roman" panose="02020603050405020304" pitchFamily="18" charset="0"/>
              </a:rPr>
              <a:t>Git-hub Link</a:t>
            </a:r>
          </a:p>
          <a:p>
            <a:pPr marL="307119" indent="-212622" algn="just">
              <a:lnSpc>
                <a:spcPct val="200000"/>
              </a:lnSpc>
              <a:buSzPct val="101000"/>
              <a:buFont typeface="+mj-lt"/>
              <a:buAutoNum type="arabicPeriod" startAt="9"/>
            </a:pPr>
            <a:r>
              <a:rPr lang="en-US" sz="1200" b="1" dirty="0">
                <a:latin typeface="Times New Roman" panose="02020603050405020304" pitchFamily="18" charset="0"/>
                <a:ea typeface="Cambria" panose="02040503050406030204" pitchFamily="18" charset="0"/>
                <a:cs typeface="Times New Roman" panose="02020603050405020304" pitchFamily="18" charset="0"/>
              </a:rPr>
              <a:t>References</a:t>
            </a:r>
          </a:p>
          <a:p>
            <a:pPr marL="307119" indent="-212622" algn="just">
              <a:lnSpc>
                <a:spcPct val="200000"/>
              </a:lnSpc>
              <a:buSzPct val="101000"/>
              <a:buFont typeface="+mj-lt"/>
              <a:buAutoNum type="arabicPeriod" startAt="9"/>
            </a:pPr>
            <a:r>
              <a:rPr lang="en-US" sz="1200" b="1" dirty="0">
                <a:latin typeface="Times New Roman" panose="02020603050405020304" pitchFamily="18" charset="0"/>
                <a:ea typeface="Cambria" panose="02040503050406030204" pitchFamily="18" charset="0"/>
                <a:cs typeface="Times New Roman" panose="02020603050405020304" pitchFamily="18" charset="0"/>
              </a:rPr>
              <a:t>Timeline of the Project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1027426" y="912771"/>
            <a:ext cx="6615410" cy="302307"/>
          </a:xfrm>
          <a:prstGeom prst="rect">
            <a:avLst/>
          </a:prstGeom>
          <a:noFill/>
          <a:ln>
            <a:noFill/>
          </a:ln>
        </p:spPr>
        <p:txBody>
          <a:bodyPr spcFirstLastPara="1" wrap="square" lIns="56694" tIns="28339" rIns="56694" bIns="28339" anchor="ctr" anchorCtr="0">
            <a:noAutofit/>
          </a:bodyPr>
          <a:lstStyle/>
          <a:p>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965064" y="1454295"/>
            <a:ext cx="6615410" cy="3071441"/>
          </a:xfrm>
          <a:prstGeom prst="rect">
            <a:avLst/>
          </a:prstGeom>
          <a:noFill/>
          <a:ln>
            <a:noFill/>
          </a:ln>
        </p:spPr>
        <p:txBody>
          <a:bodyPr spcFirstLastPara="1" wrap="square" lIns="56694" tIns="28339" rIns="56694" bIns="28339" anchor="t" anchorCtr="0">
            <a:normAutofit/>
          </a:bodyPr>
          <a:lstStyle/>
          <a:p>
            <a:pPr marL="212617" indent="-118120" algn="just">
              <a:spcBef>
                <a:spcPts val="0"/>
              </a:spcBef>
              <a:buNone/>
            </a:pPr>
            <a:r>
              <a:rPr lang="en-US" sz="1240" b="1" dirty="0">
                <a:latin typeface="Cambria" panose="02040503050406030204" pitchFamily="18" charset="0"/>
                <a:ea typeface="Cambria" panose="02040503050406030204" pitchFamily="18" charset="0"/>
              </a:rPr>
              <a:t>Organization</a:t>
            </a:r>
            <a:r>
              <a:rPr lang="en-US" sz="1240" dirty="0">
                <a:latin typeface="Cambria" panose="02040503050406030204" pitchFamily="18" charset="0"/>
                <a:ea typeface="Cambria" panose="02040503050406030204" pitchFamily="18" charset="0"/>
              </a:rPr>
              <a:t>: </a:t>
            </a:r>
            <a:r>
              <a:rPr lang="en-IN" sz="1240" dirty="0"/>
              <a:t>AICTE</a:t>
            </a:r>
            <a:endParaRPr lang="en-US" sz="1240" dirty="0">
              <a:latin typeface="Cambria" panose="02040503050406030204" pitchFamily="18" charset="0"/>
              <a:ea typeface="Cambria" panose="02040503050406030204" pitchFamily="18" charset="0"/>
            </a:endParaRPr>
          </a:p>
          <a:p>
            <a:pPr marL="212617" indent="-118120" algn="just">
              <a:spcBef>
                <a:spcPts val="0"/>
              </a:spcBef>
              <a:buNone/>
            </a:pPr>
            <a:r>
              <a:rPr lang="en-US" sz="1240" b="1" dirty="0">
                <a:latin typeface="Cambria" panose="02040503050406030204" pitchFamily="18" charset="0"/>
                <a:ea typeface="Cambria" panose="02040503050406030204" pitchFamily="18" charset="0"/>
              </a:rPr>
              <a:t>Category</a:t>
            </a:r>
            <a:r>
              <a:rPr lang="en-US" sz="1240" dirty="0">
                <a:latin typeface="Cambria" panose="02040503050406030204" pitchFamily="18" charset="0"/>
                <a:ea typeface="Cambria" panose="02040503050406030204" pitchFamily="18" charset="0"/>
              </a:rPr>
              <a:t> : </a:t>
            </a:r>
            <a:r>
              <a:rPr lang="en-IN" sz="1240" dirty="0"/>
              <a:t>Software</a:t>
            </a:r>
            <a:endParaRPr lang="en-US" sz="1240" dirty="0">
              <a:latin typeface="Cambria" panose="02040503050406030204" pitchFamily="18" charset="0"/>
              <a:ea typeface="Cambria" panose="02040503050406030204" pitchFamily="18" charset="0"/>
            </a:endParaRPr>
          </a:p>
          <a:p>
            <a:pPr marL="212617" indent="-118120" algn="just">
              <a:spcBef>
                <a:spcPts val="0"/>
              </a:spcBef>
              <a:buNone/>
            </a:pPr>
            <a:r>
              <a:rPr lang="en-US" sz="1240" b="1" dirty="0">
                <a:latin typeface="Cambria" panose="02040503050406030204" pitchFamily="18" charset="0"/>
                <a:ea typeface="Cambria" panose="02040503050406030204" pitchFamily="18" charset="0"/>
              </a:rPr>
              <a:t>Problem Description</a:t>
            </a:r>
            <a:endParaRPr lang="en-US" sz="1240"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8D9128AE-0792-92FB-7B2F-6DF38CB78A4D}"/>
              </a:ext>
            </a:extLst>
          </p:cNvPr>
          <p:cNvSpPr txBox="1"/>
          <p:nvPr/>
        </p:nvSpPr>
        <p:spPr>
          <a:xfrm>
            <a:off x="1027426" y="2109175"/>
            <a:ext cx="7866480" cy="3174331"/>
          </a:xfrm>
          <a:prstGeom prst="rect">
            <a:avLst/>
          </a:prstGeom>
          <a:noFill/>
        </p:spPr>
        <p:txBody>
          <a:bodyPr wrap="square">
            <a:spAutoFit/>
          </a:bodyPr>
          <a:lstStyle/>
          <a:p>
            <a:pPr algn="just"/>
            <a:r>
              <a:rPr lang="en-US" sz="1200" dirty="0"/>
              <a:t>A server log system, also known as a log management system, is a software tool that records and stores log messages generated by various components and applications running on a server. It provides a centralized location for collecting, analyzing, and managing logs to monitor and troubleshoot system issues and performance problems. Here are some basic Requirement of a server log system: 1. Log Collection: The system collects log data from various sources, including operating systems, applications, services, and network devices. It can gather logs from different servers and consolidate them into a central repository. 2. Log Storage: Log entries are typically stored in a structured format, such as plain text files or a database. The system may also employ compression and archival mechanisms to optimize storage space and retain logs for an extended period. 3. Log Analysis and Search: The log system enables searching, filtering, and querying log data based on specific criteria, such as time range, log level, s for auditing, compliance, or performance analysis. 6. Log Retention and Compliance: Server logs retained for a certain period to comply with regulatory requirements or internal policies. The log system should support flexible retention</a:t>
            </a:r>
          </a:p>
          <a:p>
            <a:pPr algn="just"/>
            <a:r>
              <a:rPr lang="en-US" sz="1200" dirty="0"/>
              <a:t>periods and secure storage to meet these obligations. 7. Integration and APIs: A robust log system offers APIs and integrations with other tools and systems. This allows developers and administrators to automate log analysis, integrate with security information and event management (SIEM) systems, or build custom</a:t>
            </a:r>
          </a:p>
          <a:p>
            <a:pPr marL="212617" indent="-118120" algn="just">
              <a:lnSpc>
                <a:spcPct val="200000"/>
              </a:lnSpc>
            </a:pPr>
            <a:endParaRPr lang="en-US" sz="1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1F7021A-12B7-CA78-EE86-3E7023AC78A6}"/>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148BAB1C-8FCB-AFC3-BD71-99A9C700ADAE}"/>
              </a:ext>
            </a:extLst>
          </p:cNvPr>
          <p:cNvSpPr txBox="1">
            <a:spLocks noGrp="1"/>
          </p:cNvSpPr>
          <p:nvPr>
            <p:ph type="title"/>
          </p:nvPr>
        </p:nvSpPr>
        <p:spPr>
          <a:xfrm>
            <a:off x="672041" y="227177"/>
            <a:ext cx="8820547" cy="403076"/>
          </a:xfrm>
          <a:prstGeom prst="rect">
            <a:avLst/>
          </a:prstGeom>
          <a:noFill/>
          <a:ln>
            <a:noFill/>
          </a:ln>
        </p:spPr>
        <p:txBody>
          <a:bodyPr spcFirstLastPara="1" wrap="square" lIns="75592" tIns="37786" rIns="75592" bIns="37786" anchor="ctr" anchorCtr="0">
            <a:noAutofit/>
          </a:bodyPr>
          <a:lstStyle/>
          <a:p>
            <a:pPr marL="307119" indent="-212622" algn="just">
              <a:lnSpc>
                <a:spcPct val="200000"/>
              </a:lnSpc>
              <a:buSzPct val="100000"/>
              <a:buFont typeface="+mj-lt"/>
              <a:buAutoNum type="arabicPeriod"/>
            </a:pPr>
            <a:r>
              <a:rPr lang="en-US"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Analysis of Problem Statement</a:t>
            </a:r>
          </a:p>
        </p:txBody>
      </p:sp>
      <p:sp>
        <p:nvSpPr>
          <p:cNvPr id="2" name="Text Placeholder 1">
            <a:extLst>
              <a:ext uri="{FF2B5EF4-FFF2-40B4-BE49-F238E27FC236}">
                <a16:creationId xmlns:a16="http://schemas.microsoft.com/office/drawing/2014/main" id="{E31E8F37-B83A-EC5E-A3EA-9EEE170F7579}"/>
              </a:ext>
            </a:extLst>
          </p:cNvPr>
          <p:cNvSpPr>
            <a:spLocks noGrp="1" noChangeArrowheads="1"/>
          </p:cNvSpPr>
          <p:nvPr>
            <p:ph type="body" idx="1"/>
          </p:nvPr>
        </p:nvSpPr>
        <p:spPr bwMode="auto">
          <a:xfrm>
            <a:off x="542096" y="1269763"/>
            <a:ext cx="8950493" cy="313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75605" tIns="37802" rIns="75605" bIns="37802" numCol="1" anchor="ctr" anchorCtr="0" compatLnSpc="1">
            <a:prstTxWarp prst="textNoShape">
              <a:avLst/>
            </a:prstTxWarp>
            <a:spAutoFit/>
          </a:bodyPr>
          <a:lstStyle/>
          <a:p>
            <a:pPr marL="283502" indent="-283502" eaLnBrk="0" fontAlgn="base" hangingPunct="0">
              <a:spcBef>
                <a:spcPct val="0"/>
              </a:spcBef>
              <a:spcAft>
                <a:spcPct val="0"/>
              </a:spcAft>
              <a:buClrTx/>
              <a:buSzTx/>
            </a:pPr>
            <a:r>
              <a:rPr lang="en-US" altLang="en-US" sz="1654" b="1" dirty="0">
                <a:solidFill>
                  <a:schemeClr val="tx1"/>
                </a:solidFill>
                <a:latin typeface="Arial" panose="020B0604020202020204" pitchFamily="34" charset="0"/>
              </a:rPr>
              <a:t>SIEM systems</a:t>
            </a:r>
            <a:r>
              <a:rPr lang="en-US" altLang="en-US" sz="1654" dirty="0">
                <a:solidFill>
                  <a:schemeClr val="tx1"/>
                </a:solidFill>
                <a:latin typeface="Arial" panose="020B0604020202020204" pitchFamily="34" charset="0"/>
              </a:rPr>
              <a:t> like Splunk, ELK Stack, </a:t>
            </a:r>
            <a:r>
              <a:rPr lang="en-US" altLang="en-US" sz="1654" dirty="0" err="1">
                <a:solidFill>
                  <a:schemeClr val="tx1"/>
                </a:solidFill>
                <a:latin typeface="Arial" panose="020B0604020202020204" pitchFamily="34" charset="0"/>
              </a:rPr>
              <a:t>Graylog</a:t>
            </a:r>
            <a:r>
              <a:rPr lang="en-US" altLang="en-US" sz="1654" dirty="0">
                <a:solidFill>
                  <a:schemeClr val="tx1"/>
                </a:solidFill>
                <a:latin typeface="Arial" panose="020B0604020202020204" pitchFamily="34" charset="0"/>
              </a:rPr>
              <a:t> → powerful but </a:t>
            </a:r>
            <a:r>
              <a:rPr lang="en-US" altLang="en-US" sz="1654" b="1" dirty="0">
                <a:solidFill>
                  <a:schemeClr val="tx1"/>
                </a:solidFill>
                <a:latin typeface="Arial" panose="020B0604020202020204" pitchFamily="34" charset="0"/>
              </a:rPr>
              <a:t>costly &amp; complex</a:t>
            </a:r>
            <a:r>
              <a:rPr lang="en-US" altLang="en-US" sz="1654" dirty="0">
                <a:solidFill>
                  <a:schemeClr val="tx1"/>
                </a:solidFill>
                <a:latin typeface="Arial" panose="020B0604020202020204" pitchFamily="34" charset="0"/>
              </a:rPr>
              <a:t>.</a:t>
            </a:r>
          </a:p>
          <a:p>
            <a:pPr marL="283502" indent="-283502" eaLnBrk="0" fontAlgn="base" hangingPunct="0">
              <a:spcBef>
                <a:spcPct val="0"/>
              </a:spcBef>
              <a:spcAft>
                <a:spcPct val="0"/>
              </a:spcAft>
              <a:buClrTx/>
              <a:buSzTx/>
            </a:pPr>
            <a:r>
              <a:rPr lang="en-US" altLang="en-US" sz="1654" dirty="0">
                <a:solidFill>
                  <a:schemeClr val="tx1"/>
                </a:solidFill>
                <a:latin typeface="Arial" panose="020B0604020202020204" pitchFamily="34" charset="0"/>
              </a:rPr>
              <a:t>Government organizations need </a:t>
            </a:r>
            <a:r>
              <a:rPr lang="en-US" altLang="en-US" sz="1654" b="1" dirty="0">
                <a:solidFill>
                  <a:schemeClr val="tx1"/>
                </a:solidFill>
                <a:latin typeface="Arial" panose="020B0604020202020204" pitchFamily="34" charset="0"/>
              </a:rPr>
              <a:t>affordable &amp; tailored</a:t>
            </a:r>
            <a:r>
              <a:rPr lang="en-US" altLang="en-US" sz="1654" dirty="0">
                <a:solidFill>
                  <a:schemeClr val="tx1"/>
                </a:solidFill>
                <a:latin typeface="Arial" panose="020B0604020202020204" pitchFamily="34" charset="0"/>
              </a:rPr>
              <a:t> log systems.</a:t>
            </a:r>
          </a:p>
          <a:p>
            <a:pPr marL="283502" indent="-283502" eaLnBrk="0" fontAlgn="base" hangingPunct="0">
              <a:spcBef>
                <a:spcPct val="0"/>
              </a:spcBef>
              <a:spcAft>
                <a:spcPct val="0"/>
              </a:spcAft>
              <a:buClrTx/>
              <a:buSzTx/>
            </a:pPr>
            <a:r>
              <a:rPr lang="en-US" altLang="en-US" sz="1654" dirty="0">
                <a:solidFill>
                  <a:schemeClr val="tx1"/>
                </a:solidFill>
                <a:latin typeface="Arial" panose="020B0604020202020204" pitchFamily="34" charset="0"/>
              </a:rPr>
              <a:t>Related work:</a:t>
            </a:r>
          </a:p>
          <a:p>
            <a:pPr marL="283502" indent="-283502" eaLnBrk="0" fontAlgn="base" hangingPunct="0">
              <a:spcBef>
                <a:spcPct val="0"/>
              </a:spcBef>
              <a:spcAft>
                <a:spcPct val="0"/>
              </a:spcAft>
              <a:buClrTx/>
              <a:buSzTx/>
            </a:pPr>
            <a:r>
              <a:rPr lang="en-US" altLang="en-US" sz="1654" dirty="0">
                <a:solidFill>
                  <a:schemeClr val="tx1"/>
                </a:solidFill>
                <a:latin typeface="Arial" panose="020B0604020202020204" pitchFamily="34" charset="0"/>
              </a:rPr>
              <a:t>Logstash for log aggregation.</a:t>
            </a:r>
          </a:p>
          <a:p>
            <a:pPr marL="283502" indent="-283502" eaLnBrk="0" fontAlgn="base" hangingPunct="0">
              <a:spcBef>
                <a:spcPct val="0"/>
              </a:spcBef>
              <a:spcAft>
                <a:spcPct val="0"/>
              </a:spcAft>
              <a:buClrTx/>
              <a:buSzTx/>
            </a:pPr>
            <a:r>
              <a:rPr lang="en-US" altLang="en-US" sz="1654" dirty="0">
                <a:solidFill>
                  <a:schemeClr val="tx1"/>
                </a:solidFill>
                <a:latin typeface="Arial" panose="020B0604020202020204" pitchFamily="34" charset="0"/>
              </a:rPr>
              <a:t>Cloudflare/</a:t>
            </a:r>
            <a:r>
              <a:rPr lang="en-US" altLang="en-US" sz="1654" dirty="0" err="1">
                <a:solidFill>
                  <a:schemeClr val="tx1"/>
                </a:solidFill>
                <a:latin typeface="Arial" panose="020B0604020202020204" pitchFamily="34" charset="0"/>
              </a:rPr>
              <a:t>Sucuri</a:t>
            </a:r>
            <a:r>
              <a:rPr lang="en-US" altLang="en-US" sz="1654" dirty="0">
                <a:solidFill>
                  <a:schemeClr val="tx1"/>
                </a:solidFill>
                <a:latin typeface="Arial" panose="020B0604020202020204" pitchFamily="34" charset="0"/>
              </a:rPr>
              <a:t> for web security monitoring.</a:t>
            </a:r>
          </a:p>
          <a:p>
            <a:pPr marL="283502" indent="-283502" eaLnBrk="0" fontAlgn="base" hangingPunct="0">
              <a:spcBef>
                <a:spcPct val="0"/>
              </a:spcBef>
              <a:spcAft>
                <a:spcPct val="0"/>
              </a:spcAft>
              <a:buClrTx/>
              <a:buSzTx/>
            </a:pPr>
            <a:r>
              <a:rPr lang="en-US" altLang="en-US" sz="1654" dirty="0">
                <a:solidFill>
                  <a:schemeClr val="tx1"/>
                </a:solidFill>
                <a:latin typeface="Arial" panose="020B0604020202020204" pitchFamily="34" charset="0"/>
              </a:rPr>
              <a:t>Our system → integrates </a:t>
            </a:r>
            <a:r>
              <a:rPr lang="en-US" altLang="en-US" sz="1654" b="1" dirty="0">
                <a:solidFill>
                  <a:schemeClr val="tx1"/>
                </a:solidFill>
                <a:latin typeface="Arial" panose="020B0604020202020204" pitchFamily="34" charset="0"/>
              </a:rPr>
              <a:t>logging + classification + alerting + security focus</a:t>
            </a:r>
            <a:r>
              <a:rPr lang="en-US" altLang="en-US" sz="1654" dirty="0">
                <a:solidFill>
                  <a:schemeClr val="tx1"/>
                </a:solidFill>
                <a:latin typeface="Arial" panose="020B0604020202020204" pitchFamily="34" charset="0"/>
              </a:rPr>
              <a:t> in one lightweight solution.</a:t>
            </a:r>
            <a:br>
              <a:rPr lang="en-US" altLang="en-US" sz="1654" dirty="0">
                <a:solidFill>
                  <a:schemeClr val="tx1"/>
                </a:solidFill>
                <a:latin typeface="Arial" panose="020B0604020202020204" pitchFamily="34" charset="0"/>
              </a:rPr>
            </a:br>
            <a:endParaRPr lang="en-US" altLang="en-US" sz="1654" dirty="0">
              <a:solidFill>
                <a:schemeClr val="tx1"/>
              </a:solidFill>
              <a:latin typeface="Arial" panose="020B0604020202020204" pitchFamily="34" charset="0"/>
            </a:endParaRPr>
          </a:p>
          <a:p>
            <a:pPr marL="283502" indent="-283502" eaLnBrk="0" fontAlgn="base" hangingPunct="0">
              <a:spcBef>
                <a:spcPct val="0"/>
              </a:spcBef>
              <a:spcAft>
                <a:spcPct val="0"/>
              </a:spcAft>
              <a:buClrTx/>
              <a:buSzTx/>
            </a:pPr>
            <a:r>
              <a:rPr lang="en-US" altLang="en-US" sz="1654" dirty="0">
                <a:solidFill>
                  <a:schemeClr val="tx1"/>
                </a:solidFill>
                <a:latin typeface="Arial" panose="020B0604020202020204" pitchFamily="34" charset="0"/>
              </a:rPr>
              <a:t>Traditional log tools often lack real-time alert mechanisms.</a:t>
            </a:r>
          </a:p>
          <a:p>
            <a:pPr marL="283502" indent="-283502" eaLnBrk="0" fontAlgn="base" hangingPunct="0">
              <a:spcBef>
                <a:spcPct val="0"/>
              </a:spcBef>
              <a:spcAft>
                <a:spcPct val="0"/>
              </a:spcAft>
              <a:buClrTx/>
              <a:buSzTx/>
            </a:pPr>
            <a:r>
              <a:rPr lang="en-US" altLang="en-US" sz="1654" dirty="0">
                <a:solidFill>
                  <a:schemeClr val="tx1"/>
                </a:solidFill>
                <a:latin typeface="Arial" panose="020B0604020202020204" pitchFamily="34" charset="0"/>
              </a:rPr>
              <a:t>Existing solutions prioritize enterprises, not government-specific needs.</a:t>
            </a:r>
          </a:p>
          <a:p>
            <a:pPr marL="283502" indent="-283502" eaLnBrk="0" fontAlgn="base" hangingPunct="0">
              <a:spcBef>
                <a:spcPct val="0"/>
              </a:spcBef>
              <a:spcAft>
                <a:spcPct val="0"/>
              </a:spcAft>
              <a:buClrTx/>
              <a:buSzTx/>
            </a:pPr>
            <a:r>
              <a:rPr lang="en-US" altLang="en-US" sz="1654" dirty="0">
                <a:solidFill>
                  <a:schemeClr val="tx1"/>
                </a:solidFill>
                <a:latin typeface="Arial" panose="020B0604020202020204" pitchFamily="34" charset="0"/>
              </a:rPr>
              <a:t>This project fills a </a:t>
            </a:r>
            <a:r>
              <a:rPr lang="en-US" altLang="en-US" sz="1654" b="1" dirty="0">
                <a:solidFill>
                  <a:schemeClr val="tx1"/>
                </a:solidFill>
                <a:latin typeface="Arial" panose="020B0604020202020204" pitchFamily="34" charset="0"/>
              </a:rPr>
              <a:t>gap between complexity and usability</a:t>
            </a:r>
            <a:r>
              <a:rPr lang="en-US" altLang="en-US" sz="1654" dirty="0">
                <a:solidFill>
                  <a:schemeClr val="tx1"/>
                </a:solidFill>
                <a:latin typeface="Arial" panose="020B0604020202020204" pitchFamily="34" charset="0"/>
              </a:rPr>
              <a:t>.</a:t>
            </a:r>
          </a:p>
          <a:p>
            <a:pPr marL="283502" indent="-283502" eaLnBrk="0" fontAlgn="base" hangingPunct="0">
              <a:spcBef>
                <a:spcPct val="0"/>
              </a:spcBef>
              <a:spcAft>
                <a:spcPct val="0"/>
              </a:spcAft>
              <a:buClrTx/>
              <a:buSzTx/>
            </a:pPr>
            <a:r>
              <a:rPr lang="en-US" altLang="en-US" sz="1654" dirty="0">
                <a:solidFill>
                  <a:schemeClr val="tx1"/>
                </a:solidFill>
                <a:latin typeface="Arial" panose="020B0604020202020204" pitchFamily="34" charset="0"/>
              </a:rPr>
              <a:t>Easy to deploy , Easy to use , Easy to backup</a:t>
            </a:r>
          </a:p>
        </p:txBody>
      </p:sp>
    </p:spTree>
    <p:extLst>
      <p:ext uri="{BB962C8B-B14F-4D97-AF65-F5344CB8AC3E}">
        <p14:creationId xmlns:p14="http://schemas.microsoft.com/office/powerpoint/2010/main" val="2792314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778C203-2222-6E70-2F8C-D35C14CFB485}"/>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EEF7B2A8-F096-046C-6B53-D4FC358C09FC}"/>
              </a:ext>
            </a:extLst>
          </p:cNvPr>
          <p:cNvSpPr txBox="1">
            <a:spLocks noGrp="1"/>
          </p:cNvSpPr>
          <p:nvPr>
            <p:ph type="title"/>
          </p:nvPr>
        </p:nvSpPr>
        <p:spPr>
          <a:xfrm>
            <a:off x="867769" y="288656"/>
            <a:ext cx="6615410" cy="302307"/>
          </a:xfrm>
          <a:prstGeom prst="rect">
            <a:avLst/>
          </a:prstGeom>
          <a:noFill/>
          <a:ln>
            <a:noFill/>
          </a:ln>
        </p:spPr>
        <p:txBody>
          <a:bodyPr spcFirstLastPara="1" wrap="square" lIns="56694" tIns="28339" rIns="56694" bIns="28339" anchor="ctr" anchorCtr="0">
            <a:noAutofit/>
          </a:bodyPr>
          <a:lstStyle/>
          <a:p>
            <a:r>
              <a:rPr lang="en-IN" dirty="0">
                <a:latin typeface="Times New Roman" panose="02020603050405020304" pitchFamily="18" charset="0"/>
                <a:cs typeface="Times New Roman" panose="02020603050405020304" pitchFamily="18" charset="0"/>
              </a:rPr>
              <a:t>Abstract</a:t>
            </a:r>
            <a:endParaRPr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381E8739-72D3-ECFC-2D94-11D15372DAF9}"/>
              </a:ext>
            </a:extLst>
          </p:cNvPr>
          <p:cNvSpPr txBox="1"/>
          <p:nvPr/>
        </p:nvSpPr>
        <p:spPr>
          <a:xfrm>
            <a:off x="679083" y="1252833"/>
            <a:ext cx="7866480" cy="2123658"/>
          </a:xfrm>
          <a:prstGeom prst="rect">
            <a:avLst/>
          </a:prstGeom>
          <a:noFill/>
        </p:spPr>
        <p:txBody>
          <a:bodyPr wrap="square">
            <a:spAutoFit/>
          </a:bodyPr>
          <a:lstStyle/>
          <a:p>
            <a:pPr marL="342900" lvl="0" indent="-342900" algn="just" eaLnBrk="0" fontAlgn="base" hangingPunct="0">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Arial" panose="020B0604020202020204" pitchFamily="34" charset="0"/>
              </a:rPr>
              <a:t>Quirk is an intelligent web security dashboard designed to protect websites from modern cyber threats such as SQL injection, XSS attacks, proxy misuse, and spam bots.</a:t>
            </a:r>
          </a:p>
          <a:p>
            <a:pPr lvl="0" algn="just" eaLnBrk="0" fontAlgn="base" hangingPunct="0">
              <a:spcBef>
                <a:spcPct val="0"/>
              </a:spcBef>
              <a:spcAft>
                <a:spcPct val="0"/>
              </a:spcAf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342900" lvl="0" indent="-342900" algn="just" eaLnBrk="0" fontAlgn="base" hangingPunct="0">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Arial" panose="020B0604020202020204" pitchFamily="34" charset="0"/>
              </a:rPr>
              <a:t>The system leverages pattern recognition, anomaly detection, and industry-standard algorithms to identify both known and unknown vulnerabilities in real time.</a:t>
            </a:r>
          </a:p>
          <a:p>
            <a:pPr lvl="0" algn="just" eaLnBrk="0" fontAlgn="base" hangingPunct="0">
              <a:spcBef>
                <a:spcPct val="0"/>
              </a:spcBef>
              <a:spcAft>
                <a:spcPct val="0"/>
              </a:spcAf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342900" lvl="0" indent="-342900" algn="just" eaLnBrk="0" fontAlgn="base" hangingPunct="0">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Arial" panose="020B0604020202020204" pitchFamily="34" charset="0"/>
              </a:rPr>
              <a:t>It provides a centralized admin panel with advanced features like traffic monitoring, banning malicious users, error tracking, and analytics to ensure proactive defense.</a:t>
            </a:r>
          </a:p>
          <a:p>
            <a:pPr lvl="0" algn="just" eaLnBrk="0" fontAlgn="base" hangingPunct="0">
              <a:spcBef>
                <a:spcPct val="0"/>
              </a:spcBef>
              <a:spcAft>
                <a:spcPct val="0"/>
              </a:spcAf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342900" lvl="0" indent="-342900" algn="just" eaLnBrk="0" fontAlgn="base" hangingPunct="0">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Arial" panose="020B0604020202020204" pitchFamily="34" charset="0"/>
              </a:rPr>
              <a:t>By combining automated security mechanisms with easy-to-use tools, Quirk offers a cost-effective, scalable, and reliable security solution for individuals and enterprises.</a:t>
            </a:r>
          </a:p>
        </p:txBody>
      </p:sp>
    </p:spTree>
    <p:extLst>
      <p:ext uri="{BB962C8B-B14F-4D97-AF65-F5344CB8AC3E}">
        <p14:creationId xmlns:p14="http://schemas.microsoft.com/office/powerpoint/2010/main" val="971471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9870F51-86C2-0B72-B48C-19D279588A9D}"/>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4693919D-2819-DE3D-8DD5-A1C6CC3FDD8F}"/>
              </a:ext>
            </a:extLst>
          </p:cNvPr>
          <p:cNvSpPr txBox="1">
            <a:spLocks noGrp="1"/>
          </p:cNvSpPr>
          <p:nvPr>
            <p:ph type="title"/>
          </p:nvPr>
        </p:nvSpPr>
        <p:spPr>
          <a:xfrm>
            <a:off x="1027426" y="912771"/>
            <a:ext cx="6615410" cy="302307"/>
          </a:xfrm>
          <a:prstGeom prst="rect">
            <a:avLst/>
          </a:prstGeom>
          <a:noFill/>
          <a:ln>
            <a:noFill/>
          </a:ln>
        </p:spPr>
        <p:txBody>
          <a:bodyPr spcFirstLastPara="1" wrap="square" lIns="56694" tIns="28339" rIns="56694" bIns="28339" anchor="ctr" anchorCtr="0">
            <a:noAutofit/>
          </a:bodyPr>
          <a:lstStyle/>
          <a:p>
            <a:r>
              <a:rPr lang="en-IN" dirty="0">
                <a:latin typeface="Times New Roman" panose="02020603050405020304" pitchFamily="18" charset="0"/>
                <a:cs typeface="Times New Roman" panose="02020603050405020304" pitchFamily="18" charset="0"/>
              </a:rPr>
              <a:t>Literature Survey</a:t>
            </a:r>
            <a:endParaRPr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37A406FB-6B69-2F9A-6997-614730A415BA}"/>
              </a:ext>
            </a:extLst>
          </p:cNvPr>
          <p:cNvSpPr txBox="1"/>
          <p:nvPr/>
        </p:nvSpPr>
        <p:spPr>
          <a:xfrm>
            <a:off x="965064" y="1496447"/>
            <a:ext cx="7866480" cy="2677656"/>
          </a:xfrm>
          <a:prstGeom prst="rect">
            <a:avLst/>
          </a:prstGeom>
          <a:noFill/>
        </p:spPr>
        <p:txBody>
          <a:bodyPr wrap="square">
            <a:spAutoFit/>
          </a:bodyPr>
          <a:lstStyle/>
          <a:p>
            <a:pPr lvl="0" algn="just" eaLnBrk="0" fontAlgn="base" hangingPunct="0">
              <a:spcBef>
                <a:spcPct val="0"/>
              </a:spcBef>
              <a:spcAft>
                <a:spcPct val="0"/>
              </a:spcAf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Application Security Challenges</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Increasing threats like SQL injection, XSS, and bot attacks reported in research papers.</a:t>
            </a:r>
          </a:p>
          <a:p>
            <a:pPr marL="285750" lvl="0" indent="-285750" algn="just" eaLnBrk="0" fontAlgn="base" hangingPunct="0">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tools focus on detection but lack integrated monitoring and prevention.</a:t>
            </a:r>
          </a:p>
          <a:p>
            <a:pPr marL="285750" lvl="0" indent="-285750" algn="just" eaLnBrk="0" fontAlgn="base" hangingPunct="0">
              <a:spcBef>
                <a:spcPct val="0"/>
              </a:spcBef>
              <a:spcAft>
                <a:spcPct val="0"/>
              </a:spcAft>
              <a:buFont typeface="Arial" panose="020B0604020202020204" pitchFamily="34" charset="0"/>
              <a:buChar char="•"/>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Solutions &amp; Tools</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WAFs (Web Application Firewalls):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 strong protection but are costly and resource-intensive.</a:t>
            </a:r>
          </a:p>
          <a:p>
            <a:pPr marL="285750" lvl="0" indent="-285750" algn="just" eaLnBrk="0" fontAlgn="base" hangingPunct="0">
              <a:spcBef>
                <a:spcPct val="0"/>
              </a:spcBef>
              <a:spcAft>
                <a:spcPct val="0"/>
              </a:spcAft>
              <a:buFont typeface="Arial" panose="020B0604020202020204" pitchFamily="34" charset="0"/>
              <a:buChar char="•"/>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IDS/IPS Systems: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Effective in anomaly detection but prone to false positives and require expertise.</a:t>
            </a:r>
          </a:p>
          <a:p>
            <a:pPr marL="285750" lvl="0" indent="-285750" algn="just" eaLnBrk="0" fontAlgn="base" hangingPunct="0">
              <a:spcBef>
                <a:spcPct val="0"/>
              </a:spcBef>
              <a:spcAft>
                <a:spcPct val="0"/>
              </a:spcAft>
              <a:buFont typeface="Arial" panose="020B0604020202020204" pitchFamily="34" charset="0"/>
              <a:buChar char="•"/>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Log-based Monitoring Tools: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 in auditing but lack real-time prevention mechanisms.</a:t>
            </a:r>
          </a:p>
          <a:p>
            <a:pPr marL="285750" lvl="0" indent="-285750" algn="just" eaLnBrk="0" fontAlgn="base" hangingPunct="0">
              <a:spcBef>
                <a:spcPct val="0"/>
              </a:spcBef>
              <a:spcAft>
                <a:spcPct val="0"/>
              </a:spcAft>
              <a:buFont typeface="Arial" panose="020B0604020202020204" pitchFamily="34" charset="0"/>
              <a:buChar char="•"/>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Gaps Identified</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solutions are either expensive or complex to manage.</a:t>
            </a:r>
          </a:p>
          <a:p>
            <a:pPr marL="285750" lvl="0" indent="-285750" algn="just" eaLnBrk="0" fontAlgn="base" hangingPunct="0">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availability of lightweight, modular, and user-friendly dashboards.</a:t>
            </a:r>
          </a:p>
          <a:p>
            <a:pPr marL="285750" lvl="0" indent="-285750" algn="just" eaLnBrk="0" fontAlgn="base" hangingPunct="0">
              <a:spcBef>
                <a:spcPct val="0"/>
              </a:spcBef>
              <a:spcAft>
                <a:spcPct val="0"/>
              </a:spcAft>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integrated approach combining detection, monitoring, and analytics in one platform.</a:t>
            </a:r>
          </a:p>
          <a:p>
            <a:pPr marL="285750" lvl="0" indent="-285750" algn="just" eaLnBrk="0" fontAlgn="base" hangingPunct="0">
              <a:spcBef>
                <a:spcPct val="0"/>
              </a:spcBef>
              <a:spcAft>
                <a:spcPct val="0"/>
              </a:spcAft>
              <a:buFont typeface="Arial" panose="020B0604020202020204" pitchFamily="34" charset="0"/>
              <a:buChar char="•"/>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7010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45CEC8B-F5BE-0F3B-39B2-BC5A63FD217D}"/>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97577084-D4C0-67DF-31F2-5C3FD2BE3F7D}"/>
              </a:ext>
            </a:extLst>
          </p:cNvPr>
          <p:cNvSpPr txBox="1">
            <a:spLocks noGrp="1"/>
          </p:cNvSpPr>
          <p:nvPr>
            <p:ph type="title"/>
          </p:nvPr>
        </p:nvSpPr>
        <p:spPr>
          <a:xfrm>
            <a:off x="672041" y="227177"/>
            <a:ext cx="8820547" cy="403076"/>
          </a:xfrm>
          <a:prstGeom prst="rect">
            <a:avLst/>
          </a:prstGeom>
          <a:noFill/>
          <a:ln>
            <a:noFill/>
          </a:ln>
        </p:spPr>
        <p:txBody>
          <a:bodyPr spcFirstLastPara="1" wrap="square" lIns="75592" tIns="37786" rIns="75592" bIns="37786" anchor="ctr" anchorCtr="0">
            <a:noAutofit/>
          </a:bodyPr>
          <a:lstStyle/>
          <a:p>
            <a:pPr lvl="0"/>
            <a:r>
              <a:rPr lang="en-IN" dirty="0">
                <a:latin typeface="Times New Roman" panose="02020603050405020304" pitchFamily="18" charset="0"/>
                <a:cs typeface="Times New Roman" panose="020206030504050203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6C6724AB-7C68-D58F-B595-1B3D9FDEA7E2}"/>
              </a:ext>
            </a:extLst>
          </p:cNvPr>
          <p:cNvSpPr txBox="1">
            <a:spLocks noGrp="1"/>
          </p:cNvSpPr>
          <p:nvPr>
            <p:ph type="body" idx="1"/>
          </p:nvPr>
        </p:nvSpPr>
        <p:spPr>
          <a:xfrm>
            <a:off x="542216" y="1212448"/>
            <a:ext cx="8820547" cy="3244700"/>
          </a:xfrm>
          <a:prstGeom prst="rect">
            <a:avLst/>
          </a:prstGeom>
          <a:noFill/>
          <a:ln>
            <a:noFill/>
          </a:ln>
        </p:spPr>
        <p:txBody>
          <a:bodyPr spcFirstLastPara="1" wrap="square" lIns="75592" tIns="37786" rIns="75592" bIns="37786" anchor="t" anchorCtr="0">
            <a:normAutofit lnSpcReduction="10000"/>
          </a:bodyPr>
          <a:lstStyle/>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Arial" panose="020B0604020202020204" pitchFamily="34" charset="0"/>
              </a:rPr>
              <a:t>Web applications remain primary targets for cyber-attacks such as SQLi, XSS, and DDoS due to widespread adoption.</a:t>
            </a:r>
          </a:p>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Arial" panose="020B0604020202020204" pitchFamily="34" charset="0"/>
              </a:rPr>
              <a:t>Researchers have proposed intrusion detection systems (IDS), anomaly detection, and AI-based solutions for identifying malicious activities.</a:t>
            </a:r>
          </a:p>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Arial" panose="020B0604020202020204" pitchFamily="34" charset="0"/>
              </a:rPr>
              <a:t>SQL Injection and XSS remain the most common attack vectors, with surveys highlighting gaps in detection accuracy and prevention methods.</a:t>
            </a:r>
          </a:p>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Arial" panose="020B0604020202020204" pitchFamily="34" charset="0"/>
              </a:rPr>
              <a:t>Machine learning and deep learning models have been widely explored for anomaly detection but face scalability and real-time performance challenges.</a:t>
            </a:r>
          </a:p>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Arial" panose="020B0604020202020204" pitchFamily="34" charset="0"/>
              </a:rPr>
              <a:t>Recent works emphasize integration of multiple defense mechanisms like proxy detection, spam filtering, and log analysis for enhanced security.</a:t>
            </a:r>
          </a:p>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dirty="0">
                <a:solidFill>
                  <a:schemeClr val="tx1"/>
                </a:solidFill>
                <a:latin typeface="Arial" panose="020B0604020202020204" pitchFamily="34" charset="0"/>
              </a:rPr>
              <a:t>Despite advances, existing systems often lack centralized management, user-friendly dashboards, and integration flexibility for small organizations.</a:t>
            </a:r>
          </a:p>
        </p:txBody>
      </p:sp>
    </p:spTree>
    <p:extLst>
      <p:ext uri="{BB962C8B-B14F-4D97-AF65-F5344CB8AC3E}">
        <p14:creationId xmlns:p14="http://schemas.microsoft.com/office/powerpoint/2010/main" val="2705129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EA67B2BB-3C5A-B1B6-20F5-3AFDD88FB92D}"/>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C96474AC-FB4A-6FB1-FCC6-2BDF5247B261}"/>
              </a:ext>
            </a:extLst>
          </p:cNvPr>
          <p:cNvSpPr txBox="1">
            <a:spLocks noGrp="1"/>
          </p:cNvSpPr>
          <p:nvPr>
            <p:ph type="title"/>
          </p:nvPr>
        </p:nvSpPr>
        <p:spPr>
          <a:xfrm>
            <a:off x="672041" y="227177"/>
            <a:ext cx="8820547" cy="403076"/>
          </a:xfrm>
          <a:prstGeom prst="rect">
            <a:avLst/>
          </a:prstGeom>
          <a:noFill/>
          <a:ln>
            <a:noFill/>
          </a:ln>
        </p:spPr>
        <p:txBody>
          <a:bodyPr spcFirstLastPara="1" wrap="square" lIns="75592" tIns="37786" rIns="75592" bIns="37786" anchor="ctr" anchorCtr="0">
            <a:noAutofit/>
          </a:bodyPr>
          <a:lstStyle/>
          <a:p>
            <a:pPr lvl="0"/>
            <a:r>
              <a:rPr lang="en-IN" dirty="0">
                <a:latin typeface="Times New Roman" panose="02020603050405020304" pitchFamily="18" charset="0"/>
                <a:cs typeface="Times New Roman" panose="02020603050405020304" pitchFamily="18" charset="0"/>
              </a:rPr>
              <a:t>Drawbacks</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C6B81AD6-D4AD-3A74-FC7C-50D068290BFE}"/>
              </a:ext>
            </a:extLst>
          </p:cNvPr>
          <p:cNvSpPr txBox="1">
            <a:spLocks noGrp="1"/>
          </p:cNvSpPr>
          <p:nvPr>
            <p:ph type="body" idx="1"/>
          </p:nvPr>
        </p:nvSpPr>
        <p:spPr>
          <a:xfrm>
            <a:off x="542216" y="1212448"/>
            <a:ext cx="8820547" cy="3244700"/>
          </a:xfrm>
          <a:prstGeom prst="rect">
            <a:avLst/>
          </a:prstGeom>
          <a:noFill/>
          <a:ln>
            <a:noFill/>
          </a:ln>
        </p:spPr>
        <p:txBody>
          <a:bodyPr spcFirstLastPara="1" wrap="square" lIns="75592" tIns="37786" rIns="75592" bIns="37786" anchor="t" anchorCtr="0">
            <a:normAutofit fontScale="70000" lnSpcReduction="20000"/>
          </a:bodyPr>
          <a:lstStyle/>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b="1" dirty="0">
                <a:solidFill>
                  <a:schemeClr val="tx1"/>
                </a:solidFill>
                <a:latin typeface="Arial" panose="020B0604020202020204" pitchFamily="34" charset="0"/>
              </a:rPr>
              <a:t>High Resource Usage:</a:t>
            </a:r>
            <a:r>
              <a:rPr lang="en-US" altLang="en-US" sz="1800" dirty="0">
                <a:solidFill>
                  <a:schemeClr val="tx1"/>
                </a:solidFill>
                <a:latin typeface="Arial" panose="020B0604020202020204" pitchFamily="34" charset="0"/>
              </a:rPr>
              <a:t> Continuous monitoring, logging, and analytics can consume significant CPU and memory resources, especially on low-end servers.</a:t>
            </a:r>
          </a:p>
          <a:p>
            <a:pPr marL="285750" lvl="0" indent="-285750" algn="just" eaLnBrk="0" fontAlgn="base" hangingPunct="0">
              <a:spcBef>
                <a:spcPct val="0"/>
              </a:spcBef>
              <a:spcAft>
                <a:spcPct val="0"/>
              </a:spcAft>
              <a:buClrTx/>
              <a:buSzTx/>
              <a:buFont typeface="Arial" panose="020B0604020202020204" pitchFamily="34" charset="0"/>
              <a:buChar char="•"/>
            </a:pPr>
            <a:endParaRPr lang="en-US" altLang="en-US" sz="1800" dirty="0">
              <a:solidFill>
                <a:schemeClr val="tx1"/>
              </a:solidFill>
              <a:latin typeface="Arial" panose="020B0604020202020204" pitchFamily="34" charset="0"/>
            </a:endParaRPr>
          </a:p>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b="1" dirty="0">
                <a:solidFill>
                  <a:schemeClr val="tx1"/>
                </a:solidFill>
                <a:latin typeface="Arial" panose="020B0604020202020204" pitchFamily="34" charset="0"/>
              </a:rPr>
              <a:t>False Positives &amp; Negatives:</a:t>
            </a:r>
            <a:r>
              <a:rPr lang="en-US" altLang="en-US" sz="1800" dirty="0">
                <a:solidFill>
                  <a:schemeClr val="tx1"/>
                </a:solidFill>
                <a:latin typeface="Arial" panose="020B0604020202020204" pitchFamily="34" charset="0"/>
              </a:rPr>
              <a:t> Some legitimate users may be blocked mistakenly, while some sophisticated attacks might bypass detection.</a:t>
            </a:r>
          </a:p>
          <a:p>
            <a:pPr marL="285750" lvl="0" indent="-285750" algn="just" eaLnBrk="0" fontAlgn="base" hangingPunct="0">
              <a:spcBef>
                <a:spcPct val="0"/>
              </a:spcBef>
              <a:spcAft>
                <a:spcPct val="0"/>
              </a:spcAft>
              <a:buClrTx/>
              <a:buSzTx/>
              <a:buFont typeface="Arial" panose="020B0604020202020204" pitchFamily="34" charset="0"/>
              <a:buChar char="•"/>
            </a:pPr>
            <a:endParaRPr lang="en-US" altLang="en-US" sz="1800" dirty="0">
              <a:solidFill>
                <a:schemeClr val="tx1"/>
              </a:solidFill>
              <a:latin typeface="Arial" panose="020B0604020202020204" pitchFamily="34" charset="0"/>
            </a:endParaRPr>
          </a:p>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b="1" dirty="0">
                <a:solidFill>
                  <a:schemeClr val="tx1"/>
                </a:solidFill>
                <a:latin typeface="Arial" panose="020B0604020202020204" pitchFamily="34" charset="0"/>
              </a:rPr>
              <a:t>Limited Coverage:</a:t>
            </a:r>
            <a:r>
              <a:rPr lang="en-US" altLang="en-US" sz="1800" dirty="0">
                <a:solidFill>
                  <a:schemeClr val="tx1"/>
                </a:solidFill>
                <a:latin typeface="Arial" panose="020B0604020202020204" pitchFamily="34" charset="0"/>
              </a:rPr>
              <a:t> Focused mainly on web application security; does not fully protect other layers like network or endpoint devices.</a:t>
            </a:r>
          </a:p>
          <a:p>
            <a:pPr marL="285750" lvl="0" indent="-285750" algn="just" eaLnBrk="0" fontAlgn="base" hangingPunct="0">
              <a:spcBef>
                <a:spcPct val="0"/>
              </a:spcBef>
              <a:spcAft>
                <a:spcPct val="0"/>
              </a:spcAft>
              <a:buClrTx/>
              <a:buSzTx/>
              <a:buFont typeface="Arial" panose="020B0604020202020204" pitchFamily="34" charset="0"/>
              <a:buChar char="•"/>
            </a:pPr>
            <a:endParaRPr lang="en-US" altLang="en-US" sz="1800" dirty="0">
              <a:solidFill>
                <a:schemeClr val="tx1"/>
              </a:solidFill>
              <a:latin typeface="Arial" panose="020B0604020202020204" pitchFamily="34" charset="0"/>
            </a:endParaRPr>
          </a:p>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b="1" dirty="0">
                <a:solidFill>
                  <a:schemeClr val="tx1"/>
                </a:solidFill>
                <a:latin typeface="Arial" panose="020B0604020202020204" pitchFamily="34" charset="0"/>
              </a:rPr>
              <a:t>Manual Rule Updates:</a:t>
            </a:r>
            <a:r>
              <a:rPr lang="en-US" altLang="en-US" sz="1800" dirty="0">
                <a:solidFill>
                  <a:schemeClr val="tx1"/>
                </a:solidFill>
                <a:latin typeface="Arial" panose="020B0604020202020204" pitchFamily="34" charset="0"/>
              </a:rPr>
              <a:t> Detection rules and threat signatures need periodic manual updates to stay effective against new attack vectors.</a:t>
            </a:r>
          </a:p>
          <a:p>
            <a:pPr marL="285750" lvl="0" indent="-285750" algn="just" eaLnBrk="0" fontAlgn="base" hangingPunct="0">
              <a:spcBef>
                <a:spcPct val="0"/>
              </a:spcBef>
              <a:spcAft>
                <a:spcPct val="0"/>
              </a:spcAft>
              <a:buClrTx/>
              <a:buSzTx/>
              <a:buFont typeface="Arial" panose="020B0604020202020204" pitchFamily="34" charset="0"/>
              <a:buChar char="•"/>
            </a:pPr>
            <a:endParaRPr lang="en-US" altLang="en-US" sz="1800" dirty="0">
              <a:solidFill>
                <a:schemeClr val="tx1"/>
              </a:solidFill>
              <a:latin typeface="Arial" panose="020B0604020202020204" pitchFamily="34" charset="0"/>
            </a:endParaRPr>
          </a:p>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b="1" dirty="0">
                <a:solidFill>
                  <a:schemeClr val="tx1"/>
                </a:solidFill>
                <a:latin typeface="Arial" panose="020B0604020202020204" pitchFamily="34" charset="0"/>
              </a:rPr>
              <a:t>Server Dependency:</a:t>
            </a:r>
            <a:r>
              <a:rPr lang="en-US" altLang="en-US" sz="1800" dirty="0">
                <a:solidFill>
                  <a:schemeClr val="tx1"/>
                </a:solidFill>
                <a:latin typeface="Arial" panose="020B0604020202020204" pitchFamily="34" charset="0"/>
              </a:rPr>
              <a:t> Performance and reliability depend heavily on the server environment and configuration.</a:t>
            </a:r>
          </a:p>
          <a:p>
            <a:pPr marL="285750" lvl="0" indent="-285750" algn="just" eaLnBrk="0" fontAlgn="base" hangingPunct="0">
              <a:spcBef>
                <a:spcPct val="0"/>
              </a:spcBef>
              <a:spcAft>
                <a:spcPct val="0"/>
              </a:spcAft>
              <a:buClrTx/>
              <a:buSzTx/>
              <a:buFont typeface="Arial" panose="020B0604020202020204" pitchFamily="34" charset="0"/>
              <a:buChar char="•"/>
            </a:pPr>
            <a:endParaRPr lang="en-US" altLang="en-US" sz="1800" dirty="0">
              <a:solidFill>
                <a:schemeClr val="tx1"/>
              </a:solidFill>
              <a:latin typeface="Arial" panose="020B0604020202020204" pitchFamily="34" charset="0"/>
            </a:endParaRPr>
          </a:p>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b="1" dirty="0">
                <a:solidFill>
                  <a:schemeClr val="tx1"/>
                </a:solidFill>
                <a:latin typeface="Arial" panose="020B0604020202020204" pitchFamily="34" charset="0"/>
              </a:rPr>
              <a:t>Learning Curve:</a:t>
            </a:r>
            <a:r>
              <a:rPr lang="en-US" altLang="en-US" sz="1800" dirty="0">
                <a:solidFill>
                  <a:schemeClr val="tx1"/>
                </a:solidFill>
                <a:latin typeface="Arial" panose="020B0604020202020204" pitchFamily="34" charset="0"/>
              </a:rPr>
              <a:t> Admins need technical expertise to configure and interpret analytics effectively.</a:t>
            </a:r>
          </a:p>
          <a:p>
            <a:pPr marL="285750" lvl="0" indent="-285750" algn="just" eaLnBrk="0" fontAlgn="base" hangingPunct="0">
              <a:spcBef>
                <a:spcPct val="0"/>
              </a:spcBef>
              <a:spcAft>
                <a:spcPct val="0"/>
              </a:spcAft>
              <a:buClrTx/>
              <a:buSzTx/>
              <a:buFont typeface="Arial" panose="020B0604020202020204" pitchFamily="34" charset="0"/>
              <a:buChar char="•"/>
            </a:pPr>
            <a:endParaRPr lang="en-US" altLang="en-US" sz="1800" dirty="0">
              <a:solidFill>
                <a:schemeClr val="tx1"/>
              </a:solidFill>
              <a:latin typeface="Arial" panose="020B0604020202020204" pitchFamily="34" charset="0"/>
            </a:endParaRPr>
          </a:p>
          <a:p>
            <a:pPr marL="285750" lvl="0" indent="-285750" algn="just" eaLnBrk="0" fontAlgn="base" hangingPunct="0">
              <a:spcBef>
                <a:spcPct val="0"/>
              </a:spcBef>
              <a:spcAft>
                <a:spcPct val="0"/>
              </a:spcAft>
              <a:buClrTx/>
              <a:buSzTx/>
              <a:buFont typeface="Arial" panose="020B0604020202020204" pitchFamily="34" charset="0"/>
              <a:buChar char="•"/>
            </a:pPr>
            <a:r>
              <a:rPr lang="en-US" altLang="en-US" sz="1800" b="1" dirty="0">
                <a:solidFill>
                  <a:schemeClr val="tx1"/>
                </a:solidFill>
                <a:latin typeface="Arial" panose="020B0604020202020204" pitchFamily="34" charset="0"/>
              </a:rPr>
              <a:t>Scalability Challenges:</a:t>
            </a:r>
            <a:r>
              <a:rPr lang="en-US" altLang="en-US" sz="1800" dirty="0">
                <a:solidFill>
                  <a:schemeClr val="tx1"/>
                </a:solidFill>
                <a:latin typeface="Arial" panose="020B0604020202020204" pitchFamily="34" charset="0"/>
              </a:rPr>
              <a:t> Handling a large number of concurrent users and traffic analytics may require additional infrastructure.</a:t>
            </a:r>
          </a:p>
        </p:txBody>
      </p:sp>
    </p:spTree>
    <p:extLst>
      <p:ext uri="{BB962C8B-B14F-4D97-AF65-F5344CB8AC3E}">
        <p14:creationId xmlns:p14="http://schemas.microsoft.com/office/powerpoint/2010/main" val="826708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585800F-135A-2CC8-8D3C-342F4C9C4E77}"/>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B13E70F8-473B-03BA-4CFD-E176C7669D2C}"/>
              </a:ext>
            </a:extLst>
          </p:cNvPr>
          <p:cNvSpPr txBox="1">
            <a:spLocks noGrp="1"/>
          </p:cNvSpPr>
          <p:nvPr>
            <p:ph type="title"/>
          </p:nvPr>
        </p:nvSpPr>
        <p:spPr>
          <a:xfrm>
            <a:off x="672041" y="227177"/>
            <a:ext cx="8820547" cy="403076"/>
          </a:xfrm>
          <a:prstGeom prst="rect">
            <a:avLst/>
          </a:prstGeom>
          <a:noFill/>
          <a:ln>
            <a:noFill/>
          </a:ln>
        </p:spPr>
        <p:txBody>
          <a:bodyPr spcFirstLastPara="1" wrap="square" lIns="75592" tIns="37786" rIns="75592" bIns="37786" anchor="ctr" anchorCtr="0">
            <a:noAutofit/>
          </a:bodyPr>
          <a:lstStyle/>
          <a:p>
            <a:pPr lvl="0"/>
            <a:r>
              <a:rPr lang="en-IN" dirty="0">
                <a:latin typeface="Times New Roman" panose="02020603050405020304" pitchFamily="18" charset="0"/>
                <a:cs typeface="Times New Roman" panose="02020603050405020304" pitchFamily="18" charset="0"/>
              </a:rPr>
              <a:t>Proposed Method &amp; Feasibility Study</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C64FBA03-6ADE-8FF0-2D37-BB5800D84232}"/>
              </a:ext>
            </a:extLst>
          </p:cNvPr>
          <p:cNvSpPr txBox="1">
            <a:spLocks noGrp="1"/>
          </p:cNvSpPr>
          <p:nvPr>
            <p:ph type="body" idx="1"/>
          </p:nvPr>
        </p:nvSpPr>
        <p:spPr>
          <a:xfrm>
            <a:off x="542216" y="1212448"/>
            <a:ext cx="8820547" cy="3244700"/>
          </a:xfrm>
          <a:prstGeom prst="rect">
            <a:avLst/>
          </a:prstGeom>
          <a:noFill/>
          <a:ln>
            <a:noFill/>
          </a:ln>
        </p:spPr>
        <p:txBody>
          <a:bodyPr spcFirstLastPara="1" wrap="square" lIns="75592" tIns="37786" rIns="75592" bIns="37786" anchor="t" anchorCtr="0">
            <a:normAutofit fontScale="85000" lnSpcReduction="10000"/>
          </a:bodyPr>
          <a:lstStyle/>
          <a:p>
            <a:r>
              <a:rPr lang="en-US" sz="1800" b="1" dirty="0"/>
              <a:t>Proposed Method</a:t>
            </a:r>
            <a:endParaRPr lang="en-US" sz="1800" dirty="0"/>
          </a:p>
          <a:p>
            <a:pPr marL="342900" indent="-342900">
              <a:buFont typeface="Arial" panose="020B0604020202020204" pitchFamily="34" charset="0"/>
              <a:buChar char="•"/>
            </a:pPr>
            <a:r>
              <a:rPr lang="en-US" sz="1800" dirty="0"/>
              <a:t>Quirk integrates </a:t>
            </a:r>
            <a:r>
              <a:rPr lang="en-US" sz="1800" b="1" dirty="0"/>
              <a:t>multi-layer protection</a:t>
            </a:r>
            <a:r>
              <a:rPr lang="en-US" sz="1800" dirty="0"/>
              <a:t>: SQLi/XSS filtering, proxy &amp; bot detection, spam control.</a:t>
            </a:r>
          </a:p>
          <a:p>
            <a:pPr marL="342900" indent="-342900">
              <a:buFont typeface="Arial" panose="020B0604020202020204" pitchFamily="34" charset="0"/>
              <a:buChar char="•"/>
            </a:pPr>
            <a:r>
              <a:rPr lang="en-US" sz="1800" dirty="0"/>
              <a:t>Provides a </a:t>
            </a:r>
            <a:r>
              <a:rPr lang="en-US" sz="1800" b="1" dirty="0"/>
              <a:t>real-time dashboard</a:t>
            </a:r>
            <a:r>
              <a:rPr lang="en-US" sz="1800" dirty="0"/>
              <a:t> with traffic analytics, threat logs, and admin tools.</a:t>
            </a:r>
          </a:p>
          <a:p>
            <a:pPr marL="342900" indent="-342900">
              <a:buFont typeface="Arial" panose="020B0604020202020204" pitchFamily="34" charset="0"/>
              <a:buChar char="•"/>
            </a:pPr>
            <a:r>
              <a:rPr lang="en-US" sz="1800" dirty="0"/>
              <a:t>Uses </a:t>
            </a:r>
            <a:r>
              <a:rPr lang="en-US" sz="1800" b="1" dirty="0"/>
              <a:t>adaptive pattern recognition</a:t>
            </a:r>
            <a:r>
              <a:rPr lang="en-US" sz="1800" dirty="0"/>
              <a:t> to detect known and unknown attacks.</a:t>
            </a:r>
          </a:p>
          <a:p>
            <a:pPr marL="342900" indent="-342900">
              <a:buFont typeface="Arial" panose="020B0604020202020204" pitchFamily="34" charset="0"/>
              <a:buChar char="•"/>
            </a:pPr>
            <a:r>
              <a:rPr lang="en-US" sz="1800" dirty="0"/>
              <a:t>Lightweight, easy to deploy with a simple PHP integration.</a:t>
            </a:r>
          </a:p>
          <a:p>
            <a:pPr marL="0" indent="0">
              <a:buNone/>
            </a:pPr>
            <a:endParaRPr lang="en-US" sz="1800" dirty="0"/>
          </a:p>
          <a:p>
            <a:r>
              <a:rPr lang="en-US" sz="1800" b="1" dirty="0"/>
              <a:t>Feasibility Study</a:t>
            </a:r>
            <a:endParaRPr lang="en-US" sz="1800" dirty="0"/>
          </a:p>
          <a:p>
            <a:pPr marL="342900" indent="-342900">
              <a:buFont typeface="Arial" panose="020B0604020202020204" pitchFamily="34" charset="0"/>
              <a:buChar char="•"/>
            </a:pPr>
            <a:r>
              <a:rPr lang="en-US" sz="1800" b="1" dirty="0"/>
              <a:t>Technical:</a:t>
            </a:r>
            <a:r>
              <a:rPr lang="en-US" sz="1800" dirty="0"/>
              <a:t> Built with PHP &amp; MySQL, compatible with common servers, low resource usage.</a:t>
            </a:r>
          </a:p>
          <a:p>
            <a:pPr marL="342900" indent="-342900">
              <a:buFont typeface="Arial" panose="020B0604020202020204" pitchFamily="34" charset="0"/>
              <a:buChar char="•"/>
            </a:pPr>
            <a:r>
              <a:rPr lang="en-US" sz="1800" b="1" dirty="0"/>
              <a:t>Operational:</a:t>
            </a:r>
            <a:r>
              <a:rPr lang="en-US" sz="1800" dirty="0"/>
              <a:t> Easy setup wizard and intuitive dashboard for admins.</a:t>
            </a:r>
          </a:p>
          <a:p>
            <a:pPr marL="342900" indent="-342900">
              <a:buFont typeface="Arial" panose="020B0604020202020204" pitchFamily="34" charset="0"/>
              <a:buChar char="•"/>
            </a:pPr>
            <a:r>
              <a:rPr lang="en-US" sz="1800" b="1" dirty="0"/>
              <a:t>Economic:</a:t>
            </a:r>
            <a:r>
              <a:rPr lang="en-US" sz="1800" dirty="0"/>
              <a:t> Open-source and cost-effective alternative to enterprise WAFs.</a:t>
            </a:r>
          </a:p>
        </p:txBody>
      </p:sp>
    </p:spTree>
    <p:extLst>
      <p:ext uri="{BB962C8B-B14F-4D97-AF65-F5344CB8AC3E}">
        <p14:creationId xmlns:p14="http://schemas.microsoft.com/office/powerpoint/2010/main" val="1278916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CA6BB3B5-95D0-C257-D7F5-085BFB0B43DD}"/>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20876B92-9BA6-F57D-88FD-69B86C30E719}"/>
              </a:ext>
            </a:extLst>
          </p:cNvPr>
          <p:cNvSpPr txBox="1">
            <a:spLocks noGrp="1"/>
          </p:cNvSpPr>
          <p:nvPr>
            <p:ph type="title"/>
          </p:nvPr>
        </p:nvSpPr>
        <p:spPr>
          <a:xfrm>
            <a:off x="672041" y="227177"/>
            <a:ext cx="8820547" cy="403076"/>
          </a:xfrm>
          <a:prstGeom prst="rect">
            <a:avLst/>
          </a:prstGeom>
          <a:noFill/>
          <a:ln>
            <a:noFill/>
          </a:ln>
        </p:spPr>
        <p:txBody>
          <a:bodyPr spcFirstLastPara="1" wrap="square" lIns="75592" tIns="37786" rIns="75592" bIns="37786" anchor="ctr" anchorCtr="0">
            <a:noAutofit/>
          </a:bodyPr>
          <a:lstStyle/>
          <a:p>
            <a:r>
              <a:rPr lang="en-IN" dirty="0"/>
              <a:t>System Architecture</a:t>
            </a:r>
            <a:endParaRPr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82E09828-855E-9966-E50C-2579759C73C5}"/>
              </a:ext>
            </a:extLst>
          </p:cNvPr>
          <p:cNvSpPr>
            <a:spLocks noGrp="1" noChangeArrowheads="1"/>
          </p:cNvSpPr>
          <p:nvPr>
            <p:ph type="body" idx="1"/>
          </p:nvPr>
        </p:nvSpPr>
        <p:spPr bwMode="auto">
          <a:xfrm>
            <a:off x="592023" y="988347"/>
            <a:ext cx="3887198" cy="396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75605" tIns="37802" rIns="75605" bIns="37802" numCol="1" anchor="ctr" anchorCtr="0" compatLnSpc="1">
            <a:prstTxWarp prst="textNoShape">
              <a:avLst/>
            </a:prstTxWarp>
            <a:spAutoFit/>
          </a:bodyPr>
          <a:lstStyle/>
          <a:p>
            <a:pPr marL="236253" indent="-236253" eaLnBrk="0" fontAlgn="base" hangingPunct="0">
              <a:spcBef>
                <a:spcPct val="0"/>
              </a:spcBef>
              <a:spcAft>
                <a:spcPct val="0"/>
              </a:spcAft>
              <a:buClrTx/>
              <a:buSzTx/>
            </a:pPr>
            <a:r>
              <a:rPr lang="en-US" altLang="en-US" sz="1488" b="1" dirty="0">
                <a:solidFill>
                  <a:schemeClr val="tx1"/>
                </a:solidFill>
                <a:latin typeface="Arial" panose="020B0604020202020204" pitchFamily="34" charset="0"/>
              </a:rPr>
              <a:t>Log Collection Layer</a:t>
            </a:r>
            <a:r>
              <a:rPr lang="en-US" altLang="en-US" sz="1488" dirty="0">
                <a:solidFill>
                  <a:schemeClr val="tx1"/>
                </a:solidFill>
                <a:latin typeface="Arial" panose="020B0604020202020204" pitchFamily="34" charset="0"/>
              </a:rPr>
              <a:t> → from servers, applications, and network devices.</a:t>
            </a:r>
          </a:p>
          <a:p>
            <a:pPr marL="236253" indent="-236253" eaLnBrk="0" fontAlgn="base" hangingPunct="0">
              <a:spcBef>
                <a:spcPct val="0"/>
              </a:spcBef>
              <a:spcAft>
                <a:spcPct val="0"/>
              </a:spcAft>
              <a:buClrTx/>
              <a:buSzTx/>
            </a:pPr>
            <a:r>
              <a:rPr lang="en-US" altLang="en-US" sz="1488" b="1" dirty="0">
                <a:solidFill>
                  <a:schemeClr val="tx1"/>
                </a:solidFill>
                <a:latin typeface="Arial" panose="020B0604020202020204" pitchFamily="34" charset="0"/>
              </a:rPr>
              <a:t>Backend Layer</a:t>
            </a:r>
            <a:r>
              <a:rPr lang="en-US" altLang="en-US" sz="1488" dirty="0">
                <a:solidFill>
                  <a:schemeClr val="tx1"/>
                </a:solidFill>
                <a:latin typeface="Arial" panose="020B0604020202020204" pitchFamily="34" charset="0"/>
              </a:rPr>
              <a:t> → Database + APIs for log storage &amp; retrieval.</a:t>
            </a:r>
          </a:p>
          <a:p>
            <a:pPr marL="236253" indent="-236253" eaLnBrk="0" fontAlgn="base" hangingPunct="0">
              <a:spcBef>
                <a:spcPct val="0"/>
              </a:spcBef>
              <a:spcAft>
                <a:spcPct val="0"/>
              </a:spcAft>
              <a:buClrTx/>
              <a:buSzTx/>
            </a:pPr>
            <a:r>
              <a:rPr lang="en-US" altLang="en-US" sz="1488" b="1" dirty="0">
                <a:solidFill>
                  <a:schemeClr val="tx1"/>
                </a:solidFill>
                <a:latin typeface="Arial" panose="020B0604020202020204" pitchFamily="34" charset="0"/>
              </a:rPr>
              <a:t>Analysis Engine</a:t>
            </a:r>
            <a:r>
              <a:rPr lang="en-US" altLang="en-US" sz="1488" dirty="0">
                <a:solidFill>
                  <a:schemeClr val="tx1"/>
                </a:solidFill>
                <a:latin typeface="Arial" panose="020B0604020202020204" pitchFamily="34" charset="0"/>
              </a:rPr>
              <a:t> → Log parsing, classification, anomaly detection.</a:t>
            </a:r>
          </a:p>
          <a:p>
            <a:pPr marL="236253" indent="-236253" eaLnBrk="0" fontAlgn="base" hangingPunct="0">
              <a:spcBef>
                <a:spcPct val="0"/>
              </a:spcBef>
              <a:spcAft>
                <a:spcPct val="0"/>
              </a:spcAft>
              <a:buClrTx/>
              <a:buSzTx/>
            </a:pPr>
            <a:r>
              <a:rPr lang="en-US" altLang="en-US" sz="1488" b="1" dirty="0">
                <a:solidFill>
                  <a:schemeClr val="tx1"/>
                </a:solidFill>
                <a:latin typeface="Arial" panose="020B0604020202020204" pitchFamily="34" charset="0"/>
              </a:rPr>
              <a:t>Alert &amp; Notification Module</a:t>
            </a:r>
            <a:r>
              <a:rPr lang="en-US" altLang="en-US" sz="1488" dirty="0">
                <a:solidFill>
                  <a:schemeClr val="tx1"/>
                </a:solidFill>
                <a:latin typeface="Arial" panose="020B0604020202020204" pitchFamily="34" charset="0"/>
              </a:rPr>
              <a:t> → Email/SMS/Push alerts.</a:t>
            </a:r>
          </a:p>
          <a:p>
            <a:pPr marL="236258" indent="-236258" eaLnBrk="0" fontAlgn="base" hangingPunct="0">
              <a:spcBef>
                <a:spcPct val="0"/>
              </a:spcBef>
              <a:spcAft>
                <a:spcPct val="0"/>
              </a:spcAft>
              <a:buClrTx/>
              <a:buSzTx/>
            </a:pPr>
            <a:r>
              <a:rPr lang="en-US" altLang="en-US" sz="1488" b="1" dirty="0">
                <a:solidFill>
                  <a:schemeClr val="tx1"/>
                </a:solidFill>
                <a:latin typeface="Arial" panose="020B0604020202020204" pitchFamily="34" charset="0"/>
              </a:rPr>
              <a:t>Frontend Dashboard</a:t>
            </a:r>
            <a:r>
              <a:rPr lang="en-US" altLang="en-US" sz="1488" dirty="0">
                <a:solidFill>
                  <a:schemeClr val="tx1"/>
                </a:solidFill>
                <a:latin typeface="Arial" panose="020B0604020202020204" pitchFamily="34" charset="0"/>
              </a:rPr>
              <a:t> → Visualization (charts, reports, search).</a:t>
            </a:r>
            <a:br>
              <a:rPr lang="en-US" altLang="en-US" sz="1488" dirty="0">
                <a:solidFill>
                  <a:schemeClr val="tx1"/>
                </a:solidFill>
                <a:latin typeface="Arial" panose="020B0604020202020204" pitchFamily="34" charset="0"/>
              </a:rPr>
            </a:br>
            <a:endParaRPr lang="en-US" altLang="en-US" sz="1488" dirty="0">
              <a:solidFill>
                <a:schemeClr val="tx1"/>
              </a:solidFill>
              <a:latin typeface="Arial" panose="020B0604020202020204" pitchFamily="34" charset="0"/>
            </a:endParaRPr>
          </a:p>
          <a:p>
            <a:pPr marL="236258" indent="-236258" eaLnBrk="0" fontAlgn="base" hangingPunct="0">
              <a:spcBef>
                <a:spcPct val="0"/>
              </a:spcBef>
              <a:spcAft>
                <a:spcPct val="0"/>
              </a:spcAft>
              <a:buClrTx/>
              <a:buSzTx/>
            </a:pPr>
            <a:r>
              <a:rPr lang="en-US" altLang="en-US" sz="1488" dirty="0">
                <a:solidFill>
                  <a:schemeClr val="tx1"/>
                </a:solidFill>
                <a:latin typeface="Arial" panose="020B0604020202020204" pitchFamily="34" charset="0"/>
              </a:rPr>
              <a:t>Designed using modular microservices approach.</a:t>
            </a:r>
          </a:p>
          <a:p>
            <a:pPr marL="236253" indent="-236253" eaLnBrk="0" fontAlgn="base" hangingPunct="0">
              <a:spcBef>
                <a:spcPct val="0"/>
              </a:spcBef>
              <a:spcAft>
                <a:spcPct val="0"/>
              </a:spcAft>
              <a:buClrTx/>
              <a:buSzTx/>
            </a:pPr>
            <a:r>
              <a:rPr lang="en-US" altLang="en-US" sz="1488" dirty="0">
                <a:solidFill>
                  <a:schemeClr val="tx1"/>
                </a:solidFill>
                <a:latin typeface="Arial" panose="020B0604020202020204" pitchFamily="34" charset="0"/>
              </a:rPr>
              <a:t>Backend APIs ensure easy integration with external systems.</a:t>
            </a:r>
          </a:p>
          <a:p>
            <a:pPr marL="236253" indent="-236253" eaLnBrk="0" fontAlgn="base" hangingPunct="0">
              <a:spcBef>
                <a:spcPct val="0"/>
              </a:spcBef>
              <a:spcAft>
                <a:spcPct val="0"/>
              </a:spcAft>
              <a:buClrTx/>
              <a:buSzTx/>
            </a:pPr>
            <a:r>
              <a:rPr lang="en-US" altLang="en-US" sz="1488" dirty="0">
                <a:solidFill>
                  <a:schemeClr val="tx1"/>
                </a:solidFill>
                <a:latin typeface="Arial" panose="020B0604020202020204" pitchFamily="34" charset="0"/>
              </a:rPr>
              <a:t>Frontend supports </a:t>
            </a:r>
            <a:r>
              <a:rPr lang="en-US" altLang="en-US" sz="1488" b="1" dirty="0">
                <a:solidFill>
                  <a:schemeClr val="tx1"/>
                </a:solidFill>
                <a:latin typeface="Arial" panose="020B0604020202020204" pitchFamily="34" charset="0"/>
              </a:rPr>
              <a:t>responsive design</a:t>
            </a:r>
            <a:r>
              <a:rPr lang="en-US" altLang="en-US" sz="1488" dirty="0">
                <a:solidFill>
                  <a:schemeClr val="tx1"/>
                </a:solidFill>
                <a:latin typeface="Arial" panose="020B0604020202020204" pitchFamily="34" charset="0"/>
              </a:rPr>
              <a:t> for desktop &amp; mobile access.</a:t>
            </a:r>
          </a:p>
        </p:txBody>
      </p:sp>
      <p:pic>
        <p:nvPicPr>
          <p:cNvPr id="6" name="Picture 5">
            <a:extLst>
              <a:ext uri="{FF2B5EF4-FFF2-40B4-BE49-F238E27FC236}">
                <a16:creationId xmlns:a16="http://schemas.microsoft.com/office/drawing/2014/main" id="{FD64895A-6632-BAB1-12BB-4A9DEC225ECC}"/>
              </a:ext>
            </a:extLst>
          </p:cNvPr>
          <p:cNvPicPr>
            <a:picLocks noChangeAspect="1"/>
          </p:cNvPicPr>
          <p:nvPr/>
        </p:nvPicPr>
        <p:blipFill>
          <a:blip r:embed="rId3"/>
          <a:stretch>
            <a:fillRect/>
          </a:stretch>
        </p:blipFill>
        <p:spPr>
          <a:xfrm>
            <a:off x="4373359" y="869758"/>
            <a:ext cx="5631760" cy="4087949"/>
          </a:xfrm>
          <a:prstGeom prst="rect">
            <a:avLst/>
          </a:prstGeom>
        </p:spPr>
      </p:pic>
    </p:spTree>
    <p:extLst>
      <p:ext uri="{BB962C8B-B14F-4D97-AF65-F5344CB8AC3E}">
        <p14:creationId xmlns:p14="http://schemas.microsoft.com/office/powerpoint/2010/main" val="1593624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678461B-A511-9D27-EC21-E4473DCA4982}"/>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A57FF292-A5DA-CB34-C67F-B70F515827EA}"/>
              </a:ext>
            </a:extLst>
          </p:cNvPr>
          <p:cNvSpPr txBox="1">
            <a:spLocks noGrp="1"/>
          </p:cNvSpPr>
          <p:nvPr>
            <p:ph type="title"/>
          </p:nvPr>
        </p:nvSpPr>
        <p:spPr>
          <a:xfrm>
            <a:off x="672041" y="227177"/>
            <a:ext cx="8820547" cy="403076"/>
          </a:xfrm>
          <a:prstGeom prst="rect">
            <a:avLst/>
          </a:prstGeom>
          <a:noFill/>
          <a:ln>
            <a:noFill/>
          </a:ln>
        </p:spPr>
        <p:txBody>
          <a:bodyPr spcFirstLastPara="1" wrap="square" lIns="75592" tIns="37786" rIns="75592" bIns="37786" anchor="ctr" anchorCtr="0">
            <a:noAutofit/>
          </a:bodyPr>
          <a:lstStyle/>
          <a:p>
            <a:pPr lvl="0"/>
            <a:r>
              <a:rPr lang="en-IN" dirty="0">
                <a:latin typeface="Times New Roman" panose="02020603050405020304" pitchFamily="18" charset="0"/>
                <a:cs typeface="Times New Roman" panose="02020603050405020304" pitchFamily="18" charset="0"/>
              </a:rPr>
              <a:t>Modules</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35EB24B1-789B-E1E9-58A0-86EC6FA35B91}"/>
              </a:ext>
            </a:extLst>
          </p:cNvPr>
          <p:cNvSpPr txBox="1">
            <a:spLocks noGrp="1"/>
          </p:cNvSpPr>
          <p:nvPr>
            <p:ph type="body" idx="1"/>
          </p:nvPr>
        </p:nvSpPr>
        <p:spPr>
          <a:xfrm>
            <a:off x="498674" y="1038276"/>
            <a:ext cx="8820547" cy="3244700"/>
          </a:xfrm>
          <a:prstGeom prst="rect">
            <a:avLst/>
          </a:prstGeom>
          <a:noFill/>
          <a:ln>
            <a:noFill/>
          </a:ln>
        </p:spPr>
        <p:txBody>
          <a:bodyPr spcFirstLastPara="1" wrap="square" lIns="75592" tIns="37786" rIns="75592" bIns="37786" anchor="t" anchorCtr="0">
            <a:noAutofit/>
          </a:bodyPr>
          <a:lstStyle/>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Dashboard</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 system overview &amp; alerts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System Info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server &amp; PHP details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Login Activity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track logins &amp; suspicious attempts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SQL Injection Detection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block injection attacks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Bad Bot &amp; Proxy Detection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filter malicious bots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Spam Detection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prevent spam submissions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IP &amp; File Whitelisting/Blocking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manage access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Logging</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 maintain attack &amp; event logs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PHP Function &amp; Config Checker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monitor vulnerabilities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Traffic Analytics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web traffic patterns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Error Tracking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log &amp; report errors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r>
              <a:rPr kumimoji="0" lang="en-US" altLang="en-US" sz="1200" b="1"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htaccess</a:t>
            </a: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Manager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configure access rules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Port Analyzer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check open ports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Hash Generator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create cryptographic hashes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Country/IP Banning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restrict access by region</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File Integrity Checker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detect unauthorized changes</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Real-Time Alerts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notify admin instantly</a:t>
            </a: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defRPr/>
            </a:pPr>
            <a:r>
              <a:rPr kumimoji="0" lang="en-US" alt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User Activity Monitoring </a:t>
            </a:r>
            <a:r>
              <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track user actions on the site</a:t>
            </a:r>
          </a:p>
        </p:txBody>
      </p:sp>
    </p:spTree>
    <p:extLst>
      <p:ext uri="{BB962C8B-B14F-4D97-AF65-F5344CB8AC3E}">
        <p14:creationId xmlns:p14="http://schemas.microsoft.com/office/powerpoint/2010/main" val="4241632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2E7BE89-0ED7-B9DE-FEE8-6074E4C2B4AC}"/>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0503AA5B-0A6F-0A75-D287-A4483F852F98}"/>
              </a:ext>
            </a:extLst>
          </p:cNvPr>
          <p:cNvSpPr txBox="1">
            <a:spLocks noGrp="1"/>
          </p:cNvSpPr>
          <p:nvPr>
            <p:ph type="title"/>
          </p:nvPr>
        </p:nvSpPr>
        <p:spPr>
          <a:xfrm>
            <a:off x="996430" y="344166"/>
            <a:ext cx="6615410" cy="302307"/>
          </a:xfrm>
          <a:prstGeom prst="rect">
            <a:avLst/>
          </a:prstGeom>
          <a:noFill/>
          <a:ln>
            <a:noFill/>
          </a:ln>
        </p:spPr>
        <p:txBody>
          <a:bodyPr spcFirstLastPara="1" wrap="square" lIns="56694" tIns="28339" rIns="56694" bIns="28339" anchor="ctr" anchorCtr="0">
            <a:noAutofit/>
          </a:bodyPr>
          <a:lstStyle/>
          <a:p>
            <a:r>
              <a:rPr lang="en-IN" dirty="0"/>
              <a:t>Algorithms Used </a:t>
            </a:r>
            <a:endParaRPr dirty="0">
              <a:latin typeface="Cambria" panose="02040503050406030204" pitchFamily="18" charset="0"/>
              <a:ea typeface="Cambria" panose="02040503050406030204" pitchFamily="18" charset="0"/>
            </a:endParaRPr>
          </a:p>
        </p:txBody>
      </p:sp>
      <p:sp>
        <p:nvSpPr>
          <p:cNvPr id="12" name="Rectangle 9">
            <a:extLst>
              <a:ext uri="{FF2B5EF4-FFF2-40B4-BE49-F238E27FC236}">
                <a16:creationId xmlns:a16="http://schemas.microsoft.com/office/drawing/2014/main" id="{6BB4CDCB-4906-B548-69A6-78C2B58B133D}"/>
              </a:ext>
            </a:extLst>
          </p:cNvPr>
          <p:cNvSpPr>
            <a:spLocks noGrp="1" noChangeArrowheads="1"/>
          </p:cNvSpPr>
          <p:nvPr>
            <p:ph type="body" idx="1"/>
          </p:nvPr>
        </p:nvSpPr>
        <p:spPr bwMode="auto">
          <a:xfrm>
            <a:off x="996430" y="1532391"/>
            <a:ext cx="3863134" cy="117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56704" tIns="28353" rIns="56704" bIns="28353" numCol="1" anchor="ctr" anchorCtr="0" compatLnSpc="1">
            <a:prstTxWarp prst="textNoShape">
              <a:avLst/>
            </a:prstTxWarp>
            <a:spAutoFit/>
          </a:bodyPr>
          <a:lstStyle/>
          <a:p>
            <a:pPr marL="218698" indent="-171450"/>
            <a:r>
              <a:rPr lang="en-IN" sz="1200" b="1" dirty="0"/>
              <a:t>SQL Injection Detection Algorithm</a:t>
            </a:r>
          </a:p>
          <a:p>
            <a:pPr marL="218698" indent="-171450"/>
            <a:r>
              <a:rPr lang="en-IN" sz="1200" b="1" dirty="0"/>
              <a:t>XSS Detection Algorithm</a:t>
            </a:r>
          </a:p>
          <a:p>
            <a:pPr marL="218698" indent="-171450"/>
            <a:r>
              <a:rPr lang="en-IN" sz="1200" b="1" dirty="0"/>
              <a:t>Bot &amp; Proxy Detection Algorithm</a:t>
            </a:r>
          </a:p>
          <a:p>
            <a:pPr marL="218698" indent="-171450"/>
            <a:r>
              <a:rPr lang="en-IN" sz="1200" b="1" dirty="0"/>
              <a:t>Logging &amp; Monitoring Algorithm</a:t>
            </a:r>
            <a:endParaRPr lang="en-IN" sz="1200" dirty="0"/>
          </a:p>
          <a:p>
            <a:pPr marL="218698" indent="-171450"/>
            <a:r>
              <a:rPr lang="en-IN" sz="1200" b="1" dirty="0"/>
              <a:t>Decision Algorithm (Mitigation)</a:t>
            </a:r>
            <a:endParaRPr lang="en-IN" sz="1200" dirty="0"/>
          </a:p>
        </p:txBody>
      </p:sp>
    </p:spTree>
    <p:extLst>
      <p:ext uri="{BB962C8B-B14F-4D97-AF65-F5344CB8AC3E}">
        <p14:creationId xmlns:p14="http://schemas.microsoft.com/office/powerpoint/2010/main" val="503914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D3094CF-5308-89A6-3E6F-C63293CE37B4}"/>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CDE9FCCE-266B-3AEF-CF00-7F35C4FECC5D}"/>
              </a:ext>
            </a:extLst>
          </p:cNvPr>
          <p:cNvSpPr txBox="1">
            <a:spLocks noGrp="1"/>
          </p:cNvSpPr>
          <p:nvPr>
            <p:ph type="title"/>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p>
            <a:r>
              <a:rPr lang="en-US" dirty="0">
                <a:latin typeface="Cambria" panose="02040503050406030204" pitchFamily="18" charset="0"/>
                <a:ea typeface="Cambria" panose="02040503050406030204" pitchFamily="18" charset="0"/>
              </a:rPr>
              <a:t>H</a:t>
            </a:r>
            <a:r>
              <a:rPr lang="en-IN" dirty="0" err="1">
                <a:latin typeface="Cambria" panose="02040503050406030204" pitchFamily="18" charset="0"/>
                <a:ea typeface="Cambria" panose="02040503050406030204" pitchFamily="18" charset="0"/>
              </a:rPr>
              <a:t>ardware</a:t>
            </a:r>
            <a:r>
              <a:rPr lang="en-IN" dirty="0">
                <a:latin typeface="Cambria" panose="02040503050406030204" pitchFamily="18" charset="0"/>
                <a:ea typeface="Cambria" panose="02040503050406030204" pitchFamily="18" charset="0"/>
              </a:rPr>
              <a:t> specification</a:t>
            </a:r>
            <a:endParaRPr dirty="0">
              <a:latin typeface="Cambria" panose="02040503050406030204" pitchFamily="18" charset="0"/>
              <a:ea typeface="Cambria" panose="02040503050406030204" pitchFamily="18" charset="0"/>
            </a:endParaRPr>
          </a:p>
        </p:txBody>
      </p:sp>
      <p:sp>
        <p:nvSpPr>
          <p:cNvPr id="12" name="Rectangle 9">
            <a:extLst>
              <a:ext uri="{FF2B5EF4-FFF2-40B4-BE49-F238E27FC236}">
                <a16:creationId xmlns:a16="http://schemas.microsoft.com/office/drawing/2014/main" id="{B7FD95FB-62F9-7ACA-A56E-610158922EB1}"/>
              </a:ext>
            </a:extLst>
          </p:cNvPr>
          <p:cNvSpPr>
            <a:spLocks noGrp="1" noChangeArrowheads="1"/>
          </p:cNvSpPr>
          <p:nvPr>
            <p:ph type="body" idx="1"/>
          </p:nvPr>
        </p:nvSpPr>
        <p:spPr bwMode="auto">
          <a:xfrm>
            <a:off x="727868" y="1028010"/>
            <a:ext cx="3634330" cy="321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56704" tIns="28353" rIns="56704" bIns="28353" numCol="1" anchor="ctr" anchorCtr="0" compatLnSpc="1">
            <a:prstTxWarp prst="textNoShape">
              <a:avLst/>
            </a:prstTxWarp>
            <a:spAutoFit/>
          </a:bodyPr>
          <a:lstStyle/>
          <a:p>
            <a:r>
              <a:rPr lang="en-IN" sz="1200" b="1" dirty="0"/>
              <a:t>Supported Platforms: </a:t>
            </a:r>
            <a:endParaRPr lang="en-IN" sz="1200" dirty="0"/>
          </a:p>
          <a:p>
            <a:pPr marL="47257" indent="0">
              <a:buNone/>
            </a:pPr>
            <a:r>
              <a:rPr lang="en-IN" sz="1200" dirty="0"/>
              <a:t>Web Servers → Apache, Nginx, XAMPP, WAMP. </a:t>
            </a:r>
          </a:p>
          <a:p>
            <a:pPr marL="47257" indent="0">
              <a:buNone/>
            </a:pPr>
            <a:r>
              <a:rPr lang="en-IN" sz="1200" dirty="0"/>
              <a:t>Databases → MySQL, MariaDB, Elasticsearch. </a:t>
            </a:r>
          </a:p>
          <a:p>
            <a:pPr marL="47257" indent="0">
              <a:buNone/>
            </a:pPr>
            <a:endParaRPr lang="en-IN" sz="1200" dirty="0"/>
          </a:p>
          <a:p>
            <a:r>
              <a:rPr lang="en-IN" sz="1200" b="1" dirty="0"/>
              <a:t>Framework Supported</a:t>
            </a:r>
            <a:r>
              <a:rPr lang="en-IN" sz="1200" dirty="0"/>
              <a:t>: </a:t>
            </a:r>
          </a:p>
          <a:p>
            <a:pPr marL="47257" indent="0">
              <a:buNone/>
            </a:pPr>
            <a:r>
              <a:rPr lang="en-IN" sz="1200" dirty="0"/>
              <a:t>WordPress, Joomla, Drupal, Laravel, CodeIgniter, Symfony, PHP </a:t>
            </a:r>
          </a:p>
          <a:p>
            <a:pPr marL="47257" indent="0">
              <a:buNone/>
            </a:pPr>
            <a:endParaRPr lang="en-IN" sz="1200" dirty="0"/>
          </a:p>
          <a:p>
            <a:r>
              <a:rPr lang="en-IN" sz="1200" b="1" dirty="0"/>
              <a:t>System Requirements: </a:t>
            </a:r>
            <a:endParaRPr lang="en-IN" sz="1200" dirty="0"/>
          </a:p>
          <a:p>
            <a:pPr marL="47257" indent="0">
              <a:buNone/>
            </a:pPr>
            <a:r>
              <a:rPr lang="pt-BR" sz="1200" dirty="0"/>
              <a:t>Minimum: 2 GB RAM, Dual-Core CPU, 10 GB storage. </a:t>
            </a:r>
          </a:p>
          <a:p>
            <a:pPr marL="47257" indent="0">
              <a:buNone/>
            </a:pPr>
            <a:r>
              <a:rPr lang="en-US" sz="1200" dirty="0"/>
              <a:t>Recommended: 4 GB RAM, Quad-Core CPU, 50 GB storage. </a:t>
            </a:r>
            <a:endParaRPr lang="en-IN" sz="1200" dirty="0"/>
          </a:p>
        </p:txBody>
      </p:sp>
    </p:spTree>
    <p:extLst>
      <p:ext uri="{BB962C8B-B14F-4D97-AF65-F5344CB8AC3E}">
        <p14:creationId xmlns:p14="http://schemas.microsoft.com/office/powerpoint/2010/main" val="1538888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4" name="Title 3">
            <a:extLst>
              <a:ext uri="{FF2B5EF4-FFF2-40B4-BE49-F238E27FC236}">
                <a16:creationId xmlns:a16="http://schemas.microsoft.com/office/drawing/2014/main" id="{1A9CAF06-4E60-8C98-60FE-23F75B2C1363}"/>
              </a:ext>
            </a:extLst>
          </p:cNvPr>
          <p:cNvSpPr>
            <a:spLocks noGrp="1"/>
          </p:cNvSpPr>
          <p:nvPr>
            <p:ph type="ctrTitle"/>
          </p:nvPr>
        </p:nvSpPr>
        <p:spPr/>
        <p:txBody>
          <a:bodyPr/>
          <a:lstStyle/>
          <a:p>
            <a:endParaRPr lang="en-IN" dirty="0"/>
          </a:p>
        </p:txBody>
      </p:sp>
      <p:sp>
        <p:nvSpPr>
          <p:cNvPr id="6" name="Subtitle 5">
            <a:extLst>
              <a:ext uri="{FF2B5EF4-FFF2-40B4-BE49-F238E27FC236}">
                <a16:creationId xmlns:a16="http://schemas.microsoft.com/office/drawing/2014/main" id="{4286F320-B3BC-1093-C98F-470C87450742}"/>
              </a:ext>
            </a:extLst>
          </p:cNvPr>
          <p:cNvSpPr>
            <a:spLocks noGrp="1"/>
          </p:cNvSpPr>
          <p:nvPr>
            <p:ph type="subTitle" idx="1"/>
          </p:nvPr>
        </p:nvSpPr>
        <p:spPr/>
        <p:txBody>
          <a:bodyPr/>
          <a:lstStyle/>
          <a:p>
            <a:endParaRPr lang="en-IN"/>
          </a:p>
        </p:txBody>
      </p:sp>
      <p:pic>
        <p:nvPicPr>
          <p:cNvPr id="11" name="Picture 10"/>
          <p:cNvPicPr/>
          <p:nvPr/>
        </p:nvPicPr>
        <p:blipFill>
          <a:blip r:embed="rId3"/>
          <a:stretch/>
        </p:blipFill>
        <p:spPr>
          <a:xfrm>
            <a:off x="3246893" y="1477709"/>
            <a:ext cx="5964840" cy="3353760"/>
          </a:xfrm>
          <a:prstGeom prst="rect">
            <a:avLst/>
          </a:prstGeom>
          <a:noFill/>
          <a:ln w="0">
            <a:noFill/>
          </a:ln>
        </p:spPr>
      </p:pic>
      <p:sp>
        <p:nvSpPr>
          <p:cNvPr id="2" name="Google Shape;96;p14">
            <a:extLst>
              <a:ext uri="{FF2B5EF4-FFF2-40B4-BE49-F238E27FC236}">
                <a16:creationId xmlns:a16="http://schemas.microsoft.com/office/drawing/2014/main" id="{A58A3FF7-54DC-2FB9-2DBC-705CCE92EED0}"/>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Copy the files to </a:t>
            </a:r>
            <a:r>
              <a:rPr lang="en-US" kern="0" dirty="0" err="1">
                <a:latin typeface="Cambria" panose="02040503050406030204" pitchFamily="18" charset="0"/>
                <a:ea typeface="Cambria" panose="02040503050406030204" pitchFamily="18" charset="0"/>
              </a:rPr>
              <a:t>htdocs</a:t>
            </a:r>
            <a:r>
              <a:rPr lang="en-US" kern="0" dirty="0">
                <a:latin typeface="Cambria" panose="02040503050406030204" pitchFamily="18" charset="0"/>
                <a:ea typeface="Cambria" panose="02040503050406030204" pitchFamily="18" charset="0"/>
              </a:rPr>
              <a:t> folder of XAMPP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F19C4412-04ED-4566-9A25-DBAC7F81781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8DA342-9FA9-86B8-68FB-DF88D8FD5F9A}"/>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416B7D90-5B05-9C78-9156-47BFF393DB80}"/>
              </a:ext>
            </a:extLst>
          </p:cNvPr>
          <p:cNvSpPr>
            <a:spLocks noGrp="1"/>
          </p:cNvSpPr>
          <p:nvPr>
            <p:ph type="subTitle" idx="1"/>
          </p:nvPr>
        </p:nvSpPr>
        <p:spPr/>
        <p:txBody>
          <a:bodyPr/>
          <a:lstStyle/>
          <a:p>
            <a:endParaRPr lang="en-IN"/>
          </a:p>
        </p:txBody>
      </p:sp>
      <p:pic>
        <p:nvPicPr>
          <p:cNvPr id="14" name="Picture 13"/>
          <p:cNvPicPr/>
          <p:nvPr/>
        </p:nvPicPr>
        <p:blipFill>
          <a:blip r:embed="rId3"/>
          <a:stretch/>
        </p:blipFill>
        <p:spPr>
          <a:xfrm>
            <a:off x="2514600" y="1371600"/>
            <a:ext cx="7086600" cy="3057840"/>
          </a:xfrm>
          <a:prstGeom prst="rect">
            <a:avLst/>
          </a:prstGeom>
          <a:noFill/>
          <a:ln w="0">
            <a:noFill/>
          </a:ln>
        </p:spPr>
      </p:pic>
      <p:sp>
        <p:nvSpPr>
          <p:cNvPr id="2" name="Google Shape;96;p14">
            <a:extLst>
              <a:ext uri="{FF2B5EF4-FFF2-40B4-BE49-F238E27FC236}">
                <a16:creationId xmlns:a16="http://schemas.microsoft.com/office/drawing/2014/main" id="{2F39142A-0539-8F6D-B8D7-49141A9D5D42}"/>
              </a:ext>
            </a:extLst>
          </p:cNvPr>
          <p:cNvSpPr txBox="1">
            <a:spLocks/>
          </p:cNvSpPr>
          <p:nvPr/>
        </p:nvSpPr>
        <p:spPr>
          <a:xfrm>
            <a:off x="727867" y="344584"/>
            <a:ext cx="7854001"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Turn on the Apache &amp; MySQL in </a:t>
            </a:r>
            <a:r>
              <a:rPr lang="en-US" kern="0" dirty="0" err="1">
                <a:latin typeface="Cambria" panose="02040503050406030204" pitchFamily="18" charset="0"/>
                <a:ea typeface="Cambria" panose="02040503050406030204" pitchFamily="18" charset="0"/>
              </a:rPr>
              <a:t>Xampp</a:t>
            </a:r>
            <a:r>
              <a:rPr lang="en-US" kern="0" dirty="0">
                <a:latin typeface="Cambria" panose="02040503050406030204" pitchFamily="18" charset="0"/>
                <a:ea typeface="Cambria" panose="02040503050406030204" pitchFamily="18" charset="0"/>
              </a:rPr>
              <a:t> panel</a:t>
            </a:r>
          </a:p>
        </p:txBody>
      </p:sp>
    </p:spTree>
    <p:extLst>
      <p:ext uri="{BB962C8B-B14F-4D97-AF65-F5344CB8AC3E}">
        <p14:creationId xmlns:p14="http://schemas.microsoft.com/office/powerpoint/2010/main" val="34240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5662CE5F-A0BB-3753-2968-BB9C338322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491092-B977-C7D5-2CC7-3FD62E69EC1C}"/>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AD712C22-CD15-0E6D-C4D7-559BF1202EAA}"/>
              </a:ext>
            </a:extLst>
          </p:cNvPr>
          <p:cNvSpPr>
            <a:spLocks noGrp="1"/>
          </p:cNvSpPr>
          <p:nvPr>
            <p:ph type="subTitle" idx="1"/>
          </p:nvPr>
        </p:nvSpPr>
        <p:spPr/>
        <p:txBody>
          <a:bodyPr/>
          <a:lstStyle/>
          <a:p>
            <a:endParaRPr lang="en-IN"/>
          </a:p>
        </p:txBody>
      </p:sp>
      <p:pic>
        <p:nvPicPr>
          <p:cNvPr id="17" name="Picture 16"/>
          <p:cNvPicPr/>
          <p:nvPr/>
        </p:nvPicPr>
        <p:blipFill>
          <a:blip r:embed="rId3"/>
          <a:stretch/>
        </p:blipFill>
        <p:spPr>
          <a:xfrm>
            <a:off x="2781300" y="1055710"/>
            <a:ext cx="6912000" cy="3886200"/>
          </a:xfrm>
          <a:prstGeom prst="rect">
            <a:avLst/>
          </a:prstGeom>
          <a:noFill/>
          <a:ln w="0">
            <a:noFill/>
          </a:ln>
        </p:spPr>
      </p:pic>
      <p:sp>
        <p:nvSpPr>
          <p:cNvPr id="2" name="Google Shape;96;p14">
            <a:extLst>
              <a:ext uri="{FF2B5EF4-FFF2-40B4-BE49-F238E27FC236}">
                <a16:creationId xmlns:a16="http://schemas.microsoft.com/office/drawing/2014/main" id="{11F76F49-3091-7D37-D759-D61B139787F2}"/>
              </a:ext>
            </a:extLst>
          </p:cNvPr>
          <p:cNvSpPr txBox="1">
            <a:spLocks/>
          </p:cNvSpPr>
          <p:nvPr/>
        </p:nvSpPr>
        <p:spPr>
          <a:xfrm>
            <a:off x="727867" y="344584"/>
            <a:ext cx="7816525"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Just go to localhost/quirk to enter installation</a:t>
            </a:r>
          </a:p>
        </p:txBody>
      </p:sp>
    </p:spTree>
    <p:extLst>
      <p:ext uri="{BB962C8B-B14F-4D97-AF65-F5344CB8AC3E}">
        <p14:creationId xmlns:p14="http://schemas.microsoft.com/office/powerpoint/2010/main" val="2191303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CEFFD1A2-3E0D-6C00-C7BB-D25C16E718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A18B060-31CE-A181-1676-C8A84927460B}"/>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DB94769E-16DB-71BC-3771-1BEC59250C8C}"/>
              </a:ext>
            </a:extLst>
          </p:cNvPr>
          <p:cNvSpPr>
            <a:spLocks noGrp="1"/>
          </p:cNvSpPr>
          <p:nvPr>
            <p:ph type="subTitle" idx="1"/>
          </p:nvPr>
        </p:nvSpPr>
        <p:spPr/>
        <p:txBody>
          <a:bodyPr/>
          <a:lstStyle/>
          <a:p>
            <a:endParaRPr lang="en-IN"/>
          </a:p>
        </p:txBody>
      </p:sp>
      <p:pic>
        <p:nvPicPr>
          <p:cNvPr id="20" name="Picture 19"/>
          <p:cNvPicPr/>
          <p:nvPr/>
        </p:nvPicPr>
        <p:blipFill>
          <a:blip r:embed="rId3"/>
          <a:stretch/>
        </p:blipFill>
        <p:spPr>
          <a:xfrm>
            <a:off x="2496601" y="1326600"/>
            <a:ext cx="7079039" cy="3982321"/>
          </a:xfrm>
          <a:prstGeom prst="rect">
            <a:avLst/>
          </a:prstGeom>
          <a:noFill/>
          <a:ln w="0">
            <a:noFill/>
          </a:ln>
        </p:spPr>
      </p:pic>
      <p:sp>
        <p:nvSpPr>
          <p:cNvPr id="2" name="Google Shape;96;p14">
            <a:extLst>
              <a:ext uri="{FF2B5EF4-FFF2-40B4-BE49-F238E27FC236}">
                <a16:creationId xmlns:a16="http://schemas.microsoft.com/office/drawing/2014/main" id="{97257554-0A61-97EF-67C8-546E0EB481BD}"/>
              </a:ext>
            </a:extLst>
          </p:cNvPr>
          <p:cNvSpPr txBox="1">
            <a:spLocks/>
          </p:cNvSpPr>
          <p:nvPr/>
        </p:nvSpPr>
        <p:spPr>
          <a:xfrm>
            <a:off x="727868" y="344584"/>
            <a:ext cx="8847772"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Default username &amp; password will be set as admin</a:t>
            </a:r>
          </a:p>
        </p:txBody>
      </p:sp>
    </p:spTree>
    <p:extLst>
      <p:ext uri="{BB962C8B-B14F-4D97-AF65-F5344CB8AC3E}">
        <p14:creationId xmlns:p14="http://schemas.microsoft.com/office/powerpoint/2010/main" val="3963833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91225F50-3EC5-1533-9305-57F9011D01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118C52-FD34-B062-97F8-DA98E98F5A63}"/>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EF67EC10-74EE-D060-D72E-7020690767E3}"/>
              </a:ext>
            </a:extLst>
          </p:cNvPr>
          <p:cNvSpPr>
            <a:spLocks noGrp="1"/>
          </p:cNvSpPr>
          <p:nvPr>
            <p:ph type="subTitle" idx="1"/>
          </p:nvPr>
        </p:nvSpPr>
        <p:spPr/>
        <p:txBody>
          <a:bodyPr/>
          <a:lstStyle/>
          <a:p>
            <a:endParaRPr lang="en-IN"/>
          </a:p>
        </p:txBody>
      </p:sp>
      <p:pic>
        <p:nvPicPr>
          <p:cNvPr id="23" name="Picture 22"/>
          <p:cNvPicPr/>
          <p:nvPr/>
        </p:nvPicPr>
        <p:blipFill>
          <a:blip r:embed="rId3"/>
          <a:stretch/>
        </p:blipFill>
        <p:spPr>
          <a:xfrm>
            <a:off x="2743200" y="1401840"/>
            <a:ext cx="6858000" cy="3855961"/>
          </a:xfrm>
          <a:prstGeom prst="rect">
            <a:avLst/>
          </a:prstGeom>
          <a:noFill/>
          <a:ln w="0">
            <a:noFill/>
          </a:ln>
        </p:spPr>
      </p:pic>
      <p:sp>
        <p:nvSpPr>
          <p:cNvPr id="2" name="Google Shape;96;p14">
            <a:extLst>
              <a:ext uri="{FF2B5EF4-FFF2-40B4-BE49-F238E27FC236}">
                <a16:creationId xmlns:a16="http://schemas.microsoft.com/office/drawing/2014/main" id="{D4F2A455-DFBA-5B46-BAA7-C1F37B4F0ABC}"/>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Copy the integration code </a:t>
            </a:r>
          </a:p>
        </p:txBody>
      </p:sp>
    </p:spTree>
    <p:extLst>
      <p:ext uri="{BB962C8B-B14F-4D97-AF65-F5344CB8AC3E}">
        <p14:creationId xmlns:p14="http://schemas.microsoft.com/office/powerpoint/2010/main" val="2114628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18F95228-3D39-101C-48AE-A117260D478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BBAF5E-75E1-407A-8228-23B918057949}"/>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1B4F4985-7BCB-F829-7051-0DBE779BF76C}"/>
              </a:ext>
            </a:extLst>
          </p:cNvPr>
          <p:cNvSpPr>
            <a:spLocks noGrp="1"/>
          </p:cNvSpPr>
          <p:nvPr>
            <p:ph type="subTitle" idx="1"/>
          </p:nvPr>
        </p:nvSpPr>
        <p:spPr/>
        <p:txBody>
          <a:bodyPr/>
          <a:lstStyle/>
          <a:p>
            <a:endParaRPr lang="en-IN"/>
          </a:p>
        </p:txBody>
      </p:sp>
      <p:pic>
        <p:nvPicPr>
          <p:cNvPr id="26" name="Picture 25"/>
          <p:cNvPicPr/>
          <p:nvPr/>
        </p:nvPicPr>
        <p:blipFill>
          <a:blip r:embed="rId3"/>
          <a:stretch/>
        </p:blipFill>
        <p:spPr>
          <a:xfrm>
            <a:off x="2779561" y="1371601"/>
            <a:ext cx="6821640" cy="3886200"/>
          </a:xfrm>
          <a:prstGeom prst="rect">
            <a:avLst/>
          </a:prstGeom>
          <a:noFill/>
          <a:ln w="0">
            <a:noFill/>
          </a:ln>
        </p:spPr>
      </p:pic>
      <p:sp>
        <p:nvSpPr>
          <p:cNvPr id="2" name="Google Shape;96;p14">
            <a:extLst>
              <a:ext uri="{FF2B5EF4-FFF2-40B4-BE49-F238E27FC236}">
                <a16:creationId xmlns:a16="http://schemas.microsoft.com/office/drawing/2014/main" id="{1C967CA4-3C7D-9368-0218-C31A8E3F4B2A}"/>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Check DB is created or not</a:t>
            </a:r>
          </a:p>
        </p:txBody>
      </p:sp>
    </p:spTree>
    <p:extLst>
      <p:ext uri="{BB962C8B-B14F-4D97-AF65-F5344CB8AC3E}">
        <p14:creationId xmlns:p14="http://schemas.microsoft.com/office/powerpoint/2010/main" val="4180577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7CA91266-FCB3-98D3-D663-D58699F939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3B44B4-9A44-A924-8FA9-7B40D4239AE0}"/>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592ECEAF-7143-DE3E-2DC7-9229A28956BC}"/>
              </a:ext>
            </a:extLst>
          </p:cNvPr>
          <p:cNvSpPr>
            <a:spLocks noGrp="1"/>
          </p:cNvSpPr>
          <p:nvPr>
            <p:ph type="subTitle" idx="1"/>
          </p:nvPr>
        </p:nvSpPr>
        <p:spPr/>
        <p:txBody>
          <a:bodyPr/>
          <a:lstStyle/>
          <a:p>
            <a:endParaRPr lang="en-IN"/>
          </a:p>
        </p:txBody>
      </p:sp>
      <p:pic>
        <p:nvPicPr>
          <p:cNvPr id="29" name="Picture 28"/>
          <p:cNvPicPr/>
          <p:nvPr/>
        </p:nvPicPr>
        <p:blipFill>
          <a:blip r:embed="rId3"/>
          <a:stretch/>
        </p:blipFill>
        <p:spPr>
          <a:xfrm>
            <a:off x="2583720" y="1326600"/>
            <a:ext cx="6991921" cy="3931201"/>
          </a:xfrm>
          <a:prstGeom prst="rect">
            <a:avLst/>
          </a:prstGeom>
          <a:noFill/>
          <a:ln w="0">
            <a:noFill/>
          </a:ln>
        </p:spPr>
      </p:pic>
      <p:sp>
        <p:nvSpPr>
          <p:cNvPr id="2" name="Google Shape;96;p14">
            <a:extLst>
              <a:ext uri="{FF2B5EF4-FFF2-40B4-BE49-F238E27FC236}">
                <a16:creationId xmlns:a16="http://schemas.microsoft.com/office/drawing/2014/main" id="{68394219-1A53-61F1-162B-20CC67C367E6}"/>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Apply integration code</a:t>
            </a:r>
          </a:p>
        </p:txBody>
      </p:sp>
    </p:spTree>
    <p:extLst>
      <p:ext uri="{BB962C8B-B14F-4D97-AF65-F5344CB8AC3E}">
        <p14:creationId xmlns:p14="http://schemas.microsoft.com/office/powerpoint/2010/main" val="960193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73EA6845-7D33-02D1-0A6E-AD7B66C853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C909CBC-23C7-83A8-1D71-2FD308EFBB9B}"/>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1C18814E-9C2F-7333-67EB-79A6B802DE01}"/>
              </a:ext>
            </a:extLst>
          </p:cNvPr>
          <p:cNvSpPr>
            <a:spLocks noGrp="1"/>
          </p:cNvSpPr>
          <p:nvPr>
            <p:ph type="subTitle" idx="1"/>
          </p:nvPr>
        </p:nvSpPr>
        <p:spPr/>
        <p:txBody>
          <a:bodyPr/>
          <a:lstStyle/>
          <a:p>
            <a:endParaRPr lang="en-IN"/>
          </a:p>
        </p:txBody>
      </p:sp>
      <p:pic>
        <p:nvPicPr>
          <p:cNvPr id="30" name="Picture 29"/>
          <p:cNvPicPr/>
          <p:nvPr/>
        </p:nvPicPr>
        <p:blipFill>
          <a:blip r:embed="rId3"/>
          <a:stretch/>
        </p:blipFill>
        <p:spPr>
          <a:xfrm>
            <a:off x="2286000" y="1172520"/>
            <a:ext cx="7277760" cy="4092120"/>
          </a:xfrm>
          <a:prstGeom prst="rect">
            <a:avLst/>
          </a:prstGeom>
          <a:noFill/>
          <a:ln w="0">
            <a:noFill/>
          </a:ln>
        </p:spPr>
      </p:pic>
      <p:sp>
        <p:nvSpPr>
          <p:cNvPr id="2" name="Google Shape;96;p14">
            <a:extLst>
              <a:ext uri="{FF2B5EF4-FFF2-40B4-BE49-F238E27FC236}">
                <a16:creationId xmlns:a16="http://schemas.microsoft.com/office/drawing/2014/main" id="{923EA1FE-F3C8-FA29-4AAD-6D4B0FB6F950}"/>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After login to dashboard</a:t>
            </a:r>
          </a:p>
        </p:txBody>
      </p:sp>
    </p:spTree>
    <p:extLst>
      <p:ext uri="{BB962C8B-B14F-4D97-AF65-F5344CB8AC3E}">
        <p14:creationId xmlns:p14="http://schemas.microsoft.com/office/powerpoint/2010/main" val="1696878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AEE5F46F-8FE0-6267-0BB8-0A5ECFD1D21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A4AFF1-BF0B-56B6-498E-7BCCE9D6C7A0}"/>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05838F5D-B8D7-8AF8-4D6B-6A793F2B8C04}"/>
              </a:ext>
            </a:extLst>
          </p:cNvPr>
          <p:cNvSpPr>
            <a:spLocks noGrp="1"/>
          </p:cNvSpPr>
          <p:nvPr>
            <p:ph type="subTitle" idx="1"/>
          </p:nvPr>
        </p:nvSpPr>
        <p:spPr/>
        <p:txBody>
          <a:bodyPr/>
          <a:lstStyle/>
          <a:p>
            <a:endParaRPr lang="en-IN"/>
          </a:p>
        </p:txBody>
      </p:sp>
      <p:pic>
        <p:nvPicPr>
          <p:cNvPr id="34" name="Picture 33"/>
          <p:cNvPicPr/>
          <p:nvPr/>
        </p:nvPicPr>
        <p:blipFill>
          <a:blip r:embed="rId3"/>
          <a:stretch/>
        </p:blipFill>
        <p:spPr>
          <a:xfrm>
            <a:off x="2592360" y="1331640"/>
            <a:ext cx="6983280" cy="3926160"/>
          </a:xfrm>
          <a:prstGeom prst="rect">
            <a:avLst/>
          </a:prstGeom>
          <a:noFill/>
          <a:ln w="0">
            <a:noFill/>
          </a:ln>
        </p:spPr>
      </p:pic>
      <p:sp>
        <p:nvSpPr>
          <p:cNvPr id="2" name="Google Shape;96;p14">
            <a:extLst>
              <a:ext uri="{FF2B5EF4-FFF2-40B4-BE49-F238E27FC236}">
                <a16:creationId xmlns:a16="http://schemas.microsoft.com/office/drawing/2014/main" id="{C13EC3D6-5FE0-13ED-4A70-414B6B9DCEC1}"/>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err="1">
                <a:latin typeface="Cambria" panose="02040503050406030204" pitchFamily="18" charset="0"/>
                <a:ea typeface="Cambria" panose="02040503050406030204" pitchFamily="18" charset="0"/>
              </a:rPr>
              <a:t>Qurik</a:t>
            </a:r>
            <a:r>
              <a:rPr lang="en-US" kern="0" dirty="0">
                <a:latin typeface="Cambria" panose="02040503050406030204" pitchFamily="18" charset="0"/>
                <a:ea typeface="Cambria" panose="02040503050406030204" pitchFamily="18" charset="0"/>
              </a:rPr>
              <a:t> Dashboard</a:t>
            </a:r>
          </a:p>
        </p:txBody>
      </p:sp>
    </p:spTree>
    <p:extLst>
      <p:ext uri="{BB962C8B-B14F-4D97-AF65-F5344CB8AC3E}">
        <p14:creationId xmlns:p14="http://schemas.microsoft.com/office/powerpoint/2010/main" val="806529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61B3B4B0-DA3C-C5CA-5CA8-5DC1E0FC3B3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26B2C43-4C38-4437-9402-ACCB22E01378}"/>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5FF11DD6-A397-3437-73B7-430BB6C1A413}"/>
              </a:ext>
            </a:extLst>
          </p:cNvPr>
          <p:cNvSpPr>
            <a:spLocks noGrp="1"/>
          </p:cNvSpPr>
          <p:nvPr>
            <p:ph type="subTitle" idx="1"/>
          </p:nvPr>
        </p:nvSpPr>
        <p:spPr/>
        <p:txBody>
          <a:bodyPr/>
          <a:lstStyle/>
          <a:p>
            <a:endParaRPr lang="en-IN"/>
          </a:p>
        </p:txBody>
      </p:sp>
      <p:pic>
        <p:nvPicPr>
          <p:cNvPr id="37" name="Picture 36"/>
          <p:cNvPicPr/>
          <p:nvPr/>
        </p:nvPicPr>
        <p:blipFill>
          <a:blip r:embed="rId3"/>
          <a:stretch/>
        </p:blipFill>
        <p:spPr>
          <a:xfrm>
            <a:off x="2514601" y="1371600"/>
            <a:ext cx="7021080" cy="3947400"/>
          </a:xfrm>
          <a:prstGeom prst="rect">
            <a:avLst/>
          </a:prstGeom>
          <a:noFill/>
          <a:ln w="0">
            <a:noFill/>
          </a:ln>
        </p:spPr>
      </p:pic>
      <p:sp>
        <p:nvSpPr>
          <p:cNvPr id="2" name="Google Shape;96;p14">
            <a:extLst>
              <a:ext uri="{FF2B5EF4-FFF2-40B4-BE49-F238E27FC236}">
                <a16:creationId xmlns:a16="http://schemas.microsoft.com/office/drawing/2014/main" id="{4107F770-E310-6E83-FF06-286C081B09FE}"/>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err="1">
                <a:latin typeface="Cambria" panose="02040503050406030204" pitchFamily="18" charset="0"/>
                <a:ea typeface="Cambria" panose="02040503050406030204" pitchFamily="18" charset="0"/>
              </a:rPr>
              <a:t>Qurik</a:t>
            </a:r>
            <a:r>
              <a:rPr lang="en-US" kern="0" dirty="0">
                <a:latin typeface="Cambria" panose="02040503050406030204" pitchFamily="18" charset="0"/>
                <a:ea typeface="Cambria" panose="02040503050406030204" pitchFamily="18" charset="0"/>
              </a:rPr>
              <a:t> Dashboard</a:t>
            </a:r>
          </a:p>
        </p:txBody>
      </p:sp>
    </p:spTree>
    <p:extLst>
      <p:ext uri="{BB962C8B-B14F-4D97-AF65-F5344CB8AC3E}">
        <p14:creationId xmlns:p14="http://schemas.microsoft.com/office/powerpoint/2010/main" val="22008504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165F4F17-C1FF-58CD-3D8D-0B00D9454C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22A0574-E2EA-358D-7F52-C61693D8D849}"/>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605A2DD6-B41E-5DB9-297C-AEB942C28DE1}"/>
              </a:ext>
            </a:extLst>
          </p:cNvPr>
          <p:cNvSpPr>
            <a:spLocks noGrp="1"/>
          </p:cNvSpPr>
          <p:nvPr>
            <p:ph type="subTitle" idx="1"/>
          </p:nvPr>
        </p:nvSpPr>
        <p:spPr/>
        <p:txBody>
          <a:bodyPr/>
          <a:lstStyle/>
          <a:p>
            <a:endParaRPr lang="en-IN"/>
          </a:p>
        </p:txBody>
      </p:sp>
      <p:pic>
        <p:nvPicPr>
          <p:cNvPr id="40" name="Picture 39"/>
          <p:cNvPicPr/>
          <p:nvPr/>
        </p:nvPicPr>
        <p:blipFill>
          <a:blip r:embed="rId3"/>
          <a:stretch/>
        </p:blipFill>
        <p:spPr>
          <a:xfrm>
            <a:off x="2286000" y="1371601"/>
            <a:ext cx="7318800" cy="4114800"/>
          </a:xfrm>
          <a:prstGeom prst="rect">
            <a:avLst/>
          </a:prstGeom>
          <a:noFill/>
          <a:ln w="0">
            <a:noFill/>
          </a:ln>
        </p:spPr>
      </p:pic>
    </p:spTree>
    <p:extLst>
      <p:ext uri="{BB962C8B-B14F-4D97-AF65-F5344CB8AC3E}">
        <p14:creationId xmlns:p14="http://schemas.microsoft.com/office/powerpoint/2010/main" val="1713149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15A0BECE-9FBB-F378-52D0-4D189C5C9D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1C86DDB-4174-4DA1-7B23-017841B9FB93}"/>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4020D122-C4C2-311D-495F-4EE50CC85808}"/>
              </a:ext>
            </a:extLst>
          </p:cNvPr>
          <p:cNvSpPr>
            <a:spLocks noGrp="1"/>
          </p:cNvSpPr>
          <p:nvPr>
            <p:ph type="subTitle" idx="1"/>
          </p:nvPr>
        </p:nvSpPr>
        <p:spPr/>
        <p:txBody>
          <a:bodyPr/>
          <a:lstStyle/>
          <a:p>
            <a:endParaRPr lang="en-IN"/>
          </a:p>
        </p:txBody>
      </p:sp>
      <p:pic>
        <p:nvPicPr>
          <p:cNvPr id="43" name="Picture 42"/>
          <p:cNvPicPr/>
          <p:nvPr/>
        </p:nvPicPr>
        <p:blipFill>
          <a:blip r:embed="rId3"/>
          <a:stretch/>
        </p:blipFill>
        <p:spPr>
          <a:xfrm>
            <a:off x="2663640" y="1371601"/>
            <a:ext cx="6912000" cy="3886200"/>
          </a:xfrm>
          <a:prstGeom prst="rect">
            <a:avLst/>
          </a:prstGeom>
          <a:noFill/>
          <a:ln w="0">
            <a:noFill/>
          </a:ln>
        </p:spPr>
      </p:pic>
      <p:sp>
        <p:nvSpPr>
          <p:cNvPr id="2" name="Google Shape;96;p14">
            <a:extLst>
              <a:ext uri="{FF2B5EF4-FFF2-40B4-BE49-F238E27FC236}">
                <a16:creationId xmlns:a16="http://schemas.microsoft.com/office/drawing/2014/main" id="{E159E5F0-4080-3CB5-595F-2B7778BAE2D1}"/>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System information section </a:t>
            </a:r>
          </a:p>
        </p:txBody>
      </p:sp>
    </p:spTree>
    <p:extLst>
      <p:ext uri="{BB962C8B-B14F-4D97-AF65-F5344CB8AC3E}">
        <p14:creationId xmlns:p14="http://schemas.microsoft.com/office/powerpoint/2010/main" val="1485424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8AF1B2FC-5E1D-B461-3C6C-0233195597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E03AD8B-98E9-83E8-7157-27769D0028B9}"/>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17B3FE3A-6579-A7B4-3F80-5F10278998B4}"/>
              </a:ext>
            </a:extLst>
          </p:cNvPr>
          <p:cNvSpPr>
            <a:spLocks noGrp="1"/>
          </p:cNvSpPr>
          <p:nvPr>
            <p:ph type="subTitle" idx="1"/>
          </p:nvPr>
        </p:nvSpPr>
        <p:spPr/>
        <p:txBody>
          <a:bodyPr/>
          <a:lstStyle/>
          <a:p>
            <a:endParaRPr lang="en-IN"/>
          </a:p>
        </p:txBody>
      </p:sp>
      <p:pic>
        <p:nvPicPr>
          <p:cNvPr id="46" name="Picture 45"/>
          <p:cNvPicPr/>
          <p:nvPr/>
        </p:nvPicPr>
        <p:blipFill>
          <a:blip r:embed="rId3"/>
          <a:stretch/>
        </p:blipFill>
        <p:spPr>
          <a:xfrm>
            <a:off x="2176920" y="1326600"/>
            <a:ext cx="7398721" cy="4159801"/>
          </a:xfrm>
          <a:prstGeom prst="rect">
            <a:avLst/>
          </a:prstGeom>
          <a:noFill/>
          <a:ln w="0">
            <a:noFill/>
          </a:ln>
        </p:spPr>
      </p:pic>
      <p:sp>
        <p:nvSpPr>
          <p:cNvPr id="2" name="Google Shape;96;p14">
            <a:extLst>
              <a:ext uri="{FF2B5EF4-FFF2-40B4-BE49-F238E27FC236}">
                <a16:creationId xmlns:a16="http://schemas.microsoft.com/office/drawing/2014/main" id="{F2777ADF-67BB-B0FC-DABE-5EB227D7C719}"/>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System information section </a:t>
            </a:r>
          </a:p>
        </p:txBody>
      </p:sp>
    </p:spTree>
    <p:extLst>
      <p:ext uri="{BB962C8B-B14F-4D97-AF65-F5344CB8AC3E}">
        <p14:creationId xmlns:p14="http://schemas.microsoft.com/office/powerpoint/2010/main" val="1763009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A2587627-221B-71F7-37D7-CEE7795271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4E8D577-4B1F-7C13-4918-EF177581C383}"/>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F1B72640-1834-CA74-9779-8388973B4DEE}"/>
              </a:ext>
            </a:extLst>
          </p:cNvPr>
          <p:cNvSpPr>
            <a:spLocks noGrp="1"/>
          </p:cNvSpPr>
          <p:nvPr>
            <p:ph type="subTitle" idx="1"/>
          </p:nvPr>
        </p:nvSpPr>
        <p:spPr/>
        <p:txBody>
          <a:bodyPr/>
          <a:lstStyle/>
          <a:p>
            <a:endParaRPr lang="en-IN"/>
          </a:p>
        </p:txBody>
      </p:sp>
      <p:pic>
        <p:nvPicPr>
          <p:cNvPr id="49" name="Picture 48"/>
          <p:cNvPicPr/>
          <p:nvPr/>
        </p:nvPicPr>
        <p:blipFill>
          <a:blip r:embed="rId3"/>
          <a:stretch/>
        </p:blipFill>
        <p:spPr>
          <a:xfrm>
            <a:off x="2256840" y="1371601"/>
            <a:ext cx="7318800" cy="4114800"/>
          </a:xfrm>
          <a:prstGeom prst="rect">
            <a:avLst/>
          </a:prstGeom>
          <a:noFill/>
          <a:ln w="0">
            <a:noFill/>
          </a:ln>
        </p:spPr>
      </p:pic>
      <p:sp>
        <p:nvSpPr>
          <p:cNvPr id="2" name="Google Shape;96;p14">
            <a:extLst>
              <a:ext uri="{FF2B5EF4-FFF2-40B4-BE49-F238E27FC236}">
                <a16:creationId xmlns:a16="http://schemas.microsoft.com/office/drawing/2014/main" id="{E0B5013D-22AE-603B-BCE1-BF9CF0FFA1F8}"/>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Login information section </a:t>
            </a:r>
          </a:p>
        </p:txBody>
      </p:sp>
    </p:spTree>
    <p:extLst>
      <p:ext uri="{BB962C8B-B14F-4D97-AF65-F5344CB8AC3E}">
        <p14:creationId xmlns:p14="http://schemas.microsoft.com/office/powerpoint/2010/main" val="4218456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124D6E68-20AB-764E-7BC8-E0EE8F97D59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BDEC8CD-594C-DA52-6D26-539EF6921A64}"/>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C45B52E7-EC50-3222-BD8F-75362DCE595D}"/>
              </a:ext>
            </a:extLst>
          </p:cNvPr>
          <p:cNvSpPr>
            <a:spLocks noGrp="1"/>
          </p:cNvSpPr>
          <p:nvPr>
            <p:ph type="subTitle" idx="1"/>
          </p:nvPr>
        </p:nvSpPr>
        <p:spPr/>
        <p:txBody>
          <a:bodyPr/>
          <a:lstStyle/>
          <a:p>
            <a:endParaRPr lang="en-IN"/>
          </a:p>
        </p:txBody>
      </p:sp>
      <p:pic>
        <p:nvPicPr>
          <p:cNvPr id="52" name="Picture 51"/>
          <p:cNvPicPr/>
          <p:nvPr/>
        </p:nvPicPr>
        <p:blipFill>
          <a:blip r:embed="rId3"/>
          <a:stretch/>
        </p:blipFill>
        <p:spPr>
          <a:xfrm>
            <a:off x="2514600" y="1371599"/>
            <a:ext cx="7061040" cy="3957481"/>
          </a:xfrm>
          <a:prstGeom prst="rect">
            <a:avLst/>
          </a:prstGeom>
          <a:noFill/>
          <a:ln w="0">
            <a:noFill/>
          </a:ln>
        </p:spPr>
      </p:pic>
      <p:sp>
        <p:nvSpPr>
          <p:cNvPr id="2" name="Google Shape;96;p14">
            <a:extLst>
              <a:ext uri="{FF2B5EF4-FFF2-40B4-BE49-F238E27FC236}">
                <a16:creationId xmlns:a16="http://schemas.microsoft.com/office/drawing/2014/main" id="{B0CC88CA-A7D0-F82D-3E23-865474A2EDFB}"/>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SQL injection section </a:t>
            </a:r>
          </a:p>
        </p:txBody>
      </p:sp>
    </p:spTree>
    <p:extLst>
      <p:ext uri="{BB962C8B-B14F-4D97-AF65-F5344CB8AC3E}">
        <p14:creationId xmlns:p14="http://schemas.microsoft.com/office/powerpoint/2010/main" val="4000362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2D2BAA07-BCF8-DC18-0970-7B2540D897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4BD1237-9E9E-D8F4-EEDE-A5654F666158}"/>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1B710531-0366-112D-3312-BD6091BB86B0}"/>
              </a:ext>
            </a:extLst>
          </p:cNvPr>
          <p:cNvSpPr>
            <a:spLocks noGrp="1"/>
          </p:cNvSpPr>
          <p:nvPr>
            <p:ph type="subTitle" idx="1"/>
          </p:nvPr>
        </p:nvSpPr>
        <p:spPr/>
        <p:txBody>
          <a:bodyPr/>
          <a:lstStyle/>
          <a:p>
            <a:endParaRPr lang="en-IN"/>
          </a:p>
        </p:txBody>
      </p:sp>
      <p:pic>
        <p:nvPicPr>
          <p:cNvPr id="55" name="Picture 54"/>
          <p:cNvPicPr/>
          <p:nvPr/>
        </p:nvPicPr>
        <p:blipFill>
          <a:blip r:embed="rId3"/>
          <a:stretch/>
        </p:blipFill>
        <p:spPr>
          <a:xfrm>
            <a:off x="2514600" y="1371600"/>
            <a:ext cx="7061040" cy="3970081"/>
          </a:xfrm>
          <a:prstGeom prst="rect">
            <a:avLst/>
          </a:prstGeom>
          <a:noFill/>
          <a:ln w="0">
            <a:noFill/>
          </a:ln>
        </p:spPr>
      </p:pic>
      <p:sp>
        <p:nvSpPr>
          <p:cNvPr id="2" name="Google Shape;96;p14">
            <a:extLst>
              <a:ext uri="{FF2B5EF4-FFF2-40B4-BE49-F238E27FC236}">
                <a16:creationId xmlns:a16="http://schemas.microsoft.com/office/drawing/2014/main" id="{29AC8946-C306-1E02-1DA3-8566E1ABB097}"/>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Bad Bot section </a:t>
            </a:r>
          </a:p>
        </p:txBody>
      </p:sp>
    </p:spTree>
    <p:extLst>
      <p:ext uri="{BB962C8B-B14F-4D97-AF65-F5344CB8AC3E}">
        <p14:creationId xmlns:p14="http://schemas.microsoft.com/office/powerpoint/2010/main" val="3873059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47F58914-650E-5F8F-425B-1FA7E004011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D994C9-DFD9-7C35-B3F6-1F6E3F9F542A}"/>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34A28253-81A6-2E6C-2BDE-1519F2EB1D22}"/>
              </a:ext>
            </a:extLst>
          </p:cNvPr>
          <p:cNvSpPr>
            <a:spLocks noGrp="1"/>
          </p:cNvSpPr>
          <p:nvPr>
            <p:ph type="subTitle" idx="1"/>
          </p:nvPr>
        </p:nvSpPr>
        <p:spPr/>
        <p:txBody>
          <a:bodyPr/>
          <a:lstStyle/>
          <a:p>
            <a:endParaRPr lang="en-IN"/>
          </a:p>
        </p:txBody>
      </p:sp>
      <p:pic>
        <p:nvPicPr>
          <p:cNvPr id="58" name="Picture 57"/>
          <p:cNvPicPr/>
          <p:nvPr/>
        </p:nvPicPr>
        <p:blipFill>
          <a:blip r:embed="rId3"/>
          <a:stretch/>
        </p:blipFill>
        <p:spPr>
          <a:xfrm>
            <a:off x="2663640" y="1371601"/>
            <a:ext cx="6912000" cy="3886200"/>
          </a:xfrm>
          <a:prstGeom prst="rect">
            <a:avLst/>
          </a:prstGeom>
          <a:noFill/>
          <a:ln w="0">
            <a:noFill/>
          </a:ln>
        </p:spPr>
      </p:pic>
      <p:sp>
        <p:nvSpPr>
          <p:cNvPr id="2" name="Google Shape;96;p14">
            <a:extLst>
              <a:ext uri="{FF2B5EF4-FFF2-40B4-BE49-F238E27FC236}">
                <a16:creationId xmlns:a16="http://schemas.microsoft.com/office/drawing/2014/main" id="{6749C0D5-81D4-2211-C11B-AC565DA5CECF}"/>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Proxy section </a:t>
            </a:r>
          </a:p>
        </p:txBody>
      </p:sp>
    </p:spTree>
    <p:extLst>
      <p:ext uri="{BB962C8B-B14F-4D97-AF65-F5344CB8AC3E}">
        <p14:creationId xmlns:p14="http://schemas.microsoft.com/office/powerpoint/2010/main" val="3142419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2B16B983-2D69-F3F6-FE74-5608046C5D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D450DB-0803-9CB8-913F-05A9BADE4CFC}"/>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74C84821-E7A6-D4CD-3872-AD28CBF66412}"/>
              </a:ext>
            </a:extLst>
          </p:cNvPr>
          <p:cNvSpPr>
            <a:spLocks noGrp="1"/>
          </p:cNvSpPr>
          <p:nvPr>
            <p:ph type="subTitle" idx="1"/>
          </p:nvPr>
        </p:nvSpPr>
        <p:spPr/>
        <p:txBody>
          <a:bodyPr/>
          <a:lstStyle/>
          <a:p>
            <a:endParaRPr lang="en-IN"/>
          </a:p>
        </p:txBody>
      </p:sp>
      <p:pic>
        <p:nvPicPr>
          <p:cNvPr id="61" name="Picture 60"/>
          <p:cNvPicPr/>
          <p:nvPr/>
        </p:nvPicPr>
        <p:blipFill>
          <a:blip r:embed="rId3"/>
          <a:stretch/>
        </p:blipFill>
        <p:spPr>
          <a:xfrm>
            <a:off x="2256840" y="1371601"/>
            <a:ext cx="7318800" cy="4114800"/>
          </a:xfrm>
          <a:prstGeom prst="rect">
            <a:avLst/>
          </a:prstGeom>
          <a:noFill/>
          <a:ln w="0">
            <a:noFill/>
          </a:ln>
        </p:spPr>
      </p:pic>
      <p:sp>
        <p:nvSpPr>
          <p:cNvPr id="2" name="Google Shape;96;p14">
            <a:extLst>
              <a:ext uri="{FF2B5EF4-FFF2-40B4-BE49-F238E27FC236}">
                <a16:creationId xmlns:a16="http://schemas.microsoft.com/office/drawing/2014/main" id="{52672B52-8D2D-6120-143E-8CCE9CB1904D}"/>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DNSBL configuration section </a:t>
            </a:r>
          </a:p>
        </p:txBody>
      </p:sp>
    </p:spTree>
    <p:extLst>
      <p:ext uri="{BB962C8B-B14F-4D97-AF65-F5344CB8AC3E}">
        <p14:creationId xmlns:p14="http://schemas.microsoft.com/office/powerpoint/2010/main" val="215911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15449DE6-41C9-1AE0-2AD8-B1277B958D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6D6ABF2-16E5-5A0F-A16E-A943B0FAF6A5}"/>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C0035C65-9A10-CE23-A716-8DA1681B1D35}"/>
              </a:ext>
            </a:extLst>
          </p:cNvPr>
          <p:cNvSpPr>
            <a:spLocks noGrp="1"/>
          </p:cNvSpPr>
          <p:nvPr>
            <p:ph type="subTitle" idx="1"/>
          </p:nvPr>
        </p:nvSpPr>
        <p:spPr/>
        <p:txBody>
          <a:bodyPr/>
          <a:lstStyle/>
          <a:p>
            <a:endParaRPr lang="en-IN"/>
          </a:p>
        </p:txBody>
      </p:sp>
      <p:pic>
        <p:nvPicPr>
          <p:cNvPr id="64" name="Picture 63"/>
          <p:cNvPicPr/>
          <p:nvPr/>
        </p:nvPicPr>
        <p:blipFill>
          <a:blip r:embed="rId3"/>
          <a:stretch/>
        </p:blipFill>
        <p:spPr>
          <a:xfrm>
            <a:off x="2286000" y="1371600"/>
            <a:ext cx="7289640" cy="4098600"/>
          </a:xfrm>
          <a:prstGeom prst="rect">
            <a:avLst/>
          </a:prstGeom>
          <a:noFill/>
          <a:ln w="0">
            <a:noFill/>
          </a:ln>
        </p:spPr>
      </p:pic>
      <p:sp>
        <p:nvSpPr>
          <p:cNvPr id="2" name="Google Shape;96;p14">
            <a:extLst>
              <a:ext uri="{FF2B5EF4-FFF2-40B4-BE49-F238E27FC236}">
                <a16:creationId xmlns:a16="http://schemas.microsoft.com/office/drawing/2014/main" id="{168D7148-A87E-92EF-B95B-5BFC3282D1FE}"/>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IP Whitelist section </a:t>
            </a:r>
          </a:p>
        </p:txBody>
      </p:sp>
    </p:spTree>
    <p:extLst>
      <p:ext uri="{BB962C8B-B14F-4D97-AF65-F5344CB8AC3E}">
        <p14:creationId xmlns:p14="http://schemas.microsoft.com/office/powerpoint/2010/main" val="455541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1165CD7D-534C-EB5E-EA9F-BE63053C12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791482-28C1-D520-F7DE-EA4560310D41}"/>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F177F7E5-F458-F7E0-9663-DAFC81C43DE9}"/>
              </a:ext>
            </a:extLst>
          </p:cNvPr>
          <p:cNvSpPr>
            <a:spLocks noGrp="1"/>
          </p:cNvSpPr>
          <p:nvPr>
            <p:ph type="subTitle" idx="1"/>
          </p:nvPr>
        </p:nvSpPr>
        <p:spPr/>
        <p:txBody>
          <a:bodyPr/>
          <a:lstStyle/>
          <a:p>
            <a:endParaRPr lang="en-IN"/>
          </a:p>
        </p:txBody>
      </p:sp>
      <p:pic>
        <p:nvPicPr>
          <p:cNvPr id="67" name="Picture 66"/>
          <p:cNvPicPr/>
          <p:nvPr/>
        </p:nvPicPr>
        <p:blipFill>
          <a:blip r:embed="rId3"/>
          <a:stretch/>
        </p:blipFill>
        <p:spPr>
          <a:xfrm>
            <a:off x="2286000" y="1326600"/>
            <a:ext cx="7289640" cy="4068720"/>
          </a:xfrm>
          <a:prstGeom prst="rect">
            <a:avLst/>
          </a:prstGeom>
          <a:noFill/>
          <a:ln w="0">
            <a:noFill/>
          </a:ln>
        </p:spPr>
      </p:pic>
      <p:sp>
        <p:nvSpPr>
          <p:cNvPr id="2" name="Google Shape;96;p14">
            <a:extLst>
              <a:ext uri="{FF2B5EF4-FFF2-40B4-BE49-F238E27FC236}">
                <a16:creationId xmlns:a16="http://schemas.microsoft.com/office/drawing/2014/main" id="{B4FC39B2-3579-E1F1-09D8-B5E86904A2C8}"/>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Log section </a:t>
            </a:r>
          </a:p>
        </p:txBody>
      </p:sp>
    </p:spTree>
    <p:extLst>
      <p:ext uri="{BB962C8B-B14F-4D97-AF65-F5344CB8AC3E}">
        <p14:creationId xmlns:p14="http://schemas.microsoft.com/office/powerpoint/2010/main" val="19761008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E2B99624-D1A6-9E16-ED66-CB74FA6DB8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07911A6-1605-E22F-CF07-86500C5E97B0}"/>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E268BFD5-E7DB-0623-0F10-919F53BA4ACF}"/>
              </a:ext>
            </a:extLst>
          </p:cNvPr>
          <p:cNvSpPr>
            <a:spLocks noGrp="1"/>
          </p:cNvSpPr>
          <p:nvPr>
            <p:ph type="subTitle" idx="1"/>
          </p:nvPr>
        </p:nvSpPr>
        <p:spPr/>
        <p:txBody>
          <a:bodyPr/>
          <a:lstStyle/>
          <a:p>
            <a:endParaRPr lang="en-IN"/>
          </a:p>
        </p:txBody>
      </p:sp>
      <p:pic>
        <p:nvPicPr>
          <p:cNvPr id="70" name="Picture 69"/>
          <p:cNvPicPr/>
          <p:nvPr/>
        </p:nvPicPr>
        <p:blipFill>
          <a:blip r:embed="rId3"/>
          <a:stretch/>
        </p:blipFill>
        <p:spPr>
          <a:xfrm>
            <a:off x="2663640" y="1371601"/>
            <a:ext cx="6912000" cy="3886200"/>
          </a:xfrm>
          <a:prstGeom prst="rect">
            <a:avLst/>
          </a:prstGeom>
          <a:noFill/>
          <a:ln w="0">
            <a:noFill/>
          </a:ln>
        </p:spPr>
      </p:pic>
      <p:sp>
        <p:nvSpPr>
          <p:cNvPr id="2" name="Google Shape;96;p14">
            <a:extLst>
              <a:ext uri="{FF2B5EF4-FFF2-40B4-BE49-F238E27FC236}">
                <a16:creationId xmlns:a16="http://schemas.microsoft.com/office/drawing/2014/main" id="{1EAD07F2-30B3-12FE-D120-F2C6A805A017}"/>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IP Ban section </a:t>
            </a:r>
          </a:p>
        </p:txBody>
      </p:sp>
    </p:spTree>
    <p:extLst>
      <p:ext uri="{BB962C8B-B14F-4D97-AF65-F5344CB8AC3E}">
        <p14:creationId xmlns:p14="http://schemas.microsoft.com/office/powerpoint/2010/main" val="38998434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F90602FC-67C9-D19A-F67F-BB4BB8B71D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FB7E00-54F3-0363-787D-F0B15CD3ED27}"/>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4CDB1185-BA40-1F4C-4103-C5530400BE19}"/>
              </a:ext>
            </a:extLst>
          </p:cNvPr>
          <p:cNvSpPr>
            <a:spLocks noGrp="1"/>
          </p:cNvSpPr>
          <p:nvPr>
            <p:ph type="subTitle" idx="1"/>
          </p:nvPr>
        </p:nvSpPr>
        <p:spPr/>
        <p:txBody>
          <a:bodyPr/>
          <a:lstStyle/>
          <a:p>
            <a:endParaRPr lang="en-IN"/>
          </a:p>
        </p:txBody>
      </p:sp>
      <p:pic>
        <p:nvPicPr>
          <p:cNvPr id="73" name="Picture 72"/>
          <p:cNvPicPr/>
          <p:nvPr/>
        </p:nvPicPr>
        <p:blipFill>
          <a:blip r:embed="rId3"/>
          <a:stretch/>
        </p:blipFill>
        <p:spPr>
          <a:xfrm>
            <a:off x="2514600" y="1419480"/>
            <a:ext cx="7061040" cy="3970081"/>
          </a:xfrm>
          <a:prstGeom prst="rect">
            <a:avLst/>
          </a:prstGeom>
          <a:noFill/>
          <a:ln w="0">
            <a:noFill/>
          </a:ln>
        </p:spPr>
      </p:pic>
      <p:sp>
        <p:nvSpPr>
          <p:cNvPr id="2" name="Google Shape;96;p14">
            <a:extLst>
              <a:ext uri="{FF2B5EF4-FFF2-40B4-BE49-F238E27FC236}">
                <a16:creationId xmlns:a16="http://schemas.microsoft.com/office/drawing/2014/main" id="{11F60169-34F8-B5B7-5158-88D7DC9A9FEB}"/>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Country Ban section </a:t>
            </a:r>
          </a:p>
        </p:txBody>
      </p:sp>
    </p:spTree>
    <p:extLst>
      <p:ext uri="{BB962C8B-B14F-4D97-AF65-F5344CB8AC3E}">
        <p14:creationId xmlns:p14="http://schemas.microsoft.com/office/powerpoint/2010/main" val="797109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04B0B991-5359-2894-9D01-1CCD00883D7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A54DA0-D4EA-501A-7A71-10B657312440}"/>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1F9E94B2-51C9-0553-417E-8D6E8035C92D}"/>
              </a:ext>
            </a:extLst>
          </p:cNvPr>
          <p:cNvSpPr>
            <a:spLocks noGrp="1"/>
          </p:cNvSpPr>
          <p:nvPr>
            <p:ph type="subTitle" idx="1"/>
          </p:nvPr>
        </p:nvSpPr>
        <p:spPr/>
        <p:txBody>
          <a:bodyPr/>
          <a:lstStyle/>
          <a:p>
            <a:endParaRPr lang="en-IN"/>
          </a:p>
        </p:txBody>
      </p:sp>
      <p:pic>
        <p:nvPicPr>
          <p:cNvPr id="76" name="Picture 75"/>
          <p:cNvPicPr/>
          <p:nvPr/>
        </p:nvPicPr>
        <p:blipFill>
          <a:blip r:embed="rId3"/>
          <a:stretch/>
        </p:blipFill>
        <p:spPr>
          <a:xfrm>
            <a:off x="2286000" y="1371599"/>
            <a:ext cx="7315200" cy="4109041"/>
          </a:xfrm>
          <a:prstGeom prst="rect">
            <a:avLst/>
          </a:prstGeom>
          <a:noFill/>
          <a:ln w="0">
            <a:noFill/>
          </a:ln>
        </p:spPr>
      </p:pic>
      <p:sp>
        <p:nvSpPr>
          <p:cNvPr id="2" name="Google Shape;96;p14">
            <a:extLst>
              <a:ext uri="{FF2B5EF4-FFF2-40B4-BE49-F238E27FC236}">
                <a16:creationId xmlns:a16="http://schemas.microsoft.com/office/drawing/2014/main" id="{B78510C2-B269-CB33-C69E-090DF57143BB}"/>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IP Range Ban section </a:t>
            </a:r>
          </a:p>
        </p:txBody>
      </p:sp>
    </p:spTree>
    <p:extLst>
      <p:ext uri="{BB962C8B-B14F-4D97-AF65-F5344CB8AC3E}">
        <p14:creationId xmlns:p14="http://schemas.microsoft.com/office/powerpoint/2010/main" val="38203646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742BCBD8-4F7F-E8B9-2D62-C82BD8D89C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E4C1FD-3F2E-C54C-9D2B-0F76C65A5250}"/>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BDFA0280-CC1E-A9C0-4FB6-E954D7B877B6}"/>
              </a:ext>
            </a:extLst>
          </p:cNvPr>
          <p:cNvSpPr>
            <a:spLocks noGrp="1"/>
          </p:cNvSpPr>
          <p:nvPr>
            <p:ph type="subTitle" idx="1"/>
          </p:nvPr>
        </p:nvSpPr>
        <p:spPr/>
        <p:txBody>
          <a:bodyPr/>
          <a:lstStyle/>
          <a:p>
            <a:endParaRPr lang="en-IN"/>
          </a:p>
        </p:txBody>
      </p:sp>
      <p:pic>
        <p:nvPicPr>
          <p:cNvPr id="79" name="Picture 78"/>
          <p:cNvPicPr/>
          <p:nvPr/>
        </p:nvPicPr>
        <p:blipFill>
          <a:blip r:embed="rId3"/>
          <a:stretch/>
        </p:blipFill>
        <p:spPr>
          <a:xfrm>
            <a:off x="2743200" y="1419481"/>
            <a:ext cx="6832440" cy="3841559"/>
          </a:xfrm>
          <a:prstGeom prst="rect">
            <a:avLst/>
          </a:prstGeom>
          <a:noFill/>
          <a:ln w="0">
            <a:noFill/>
          </a:ln>
        </p:spPr>
      </p:pic>
      <p:sp>
        <p:nvSpPr>
          <p:cNvPr id="2" name="Google Shape;96;p14">
            <a:extLst>
              <a:ext uri="{FF2B5EF4-FFF2-40B4-BE49-F238E27FC236}">
                <a16:creationId xmlns:a16="http://schemas.microsoft.com/office/drawing/2014/main" id="{48C48774-CFF2-8BCD-E36A-BEE8394DB712}"/>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Other Manual Ban section </a:t>
            </a:r>
          </a:p>
        </p:txBody>
      </p:sp>
    </p:spTree>
    <p:extLst>
      <p:ext uri="{BB962C8B-B14F-4D97-AF65-F5344CB8AC3E}">
        <p14:creationId xmlns:p14="http://schemas.microsoft.com/office/powerpoint/2010/main" val="13804069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E8F5B4FF-8218-BAE4-A48D-7498843304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E352FA1-B07D-7B47-9757-BA66FBA708F1}"/>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2B052137-CC85-B9CB-8488-9A806BACF524}"/>
              </a:ext>
            </a:extLst>
          </p:cNvPr>
          <p:cNvSpPr>
            <a:spLocks noGrp="1"/>
          </p:cNvSpPr>
          <p:nvPr>
            <p:ph type="subTitle" idx="1"/>
          </p:nvPr>
        </p:nvSpPr>
        <p:spPr/>
        <p:txBody>
          <a:bodyPr/>
          <a:lstStyle/>
          <a:p>
            <a:endParaRPr lang="en-IN"/>
          </a:p>
        </p:txBody>
      </p:sp>
      <p:pic>
        <p:nvPicPr>
          <p:cNvPr id="82" name="Picture 81"/>
          <p:cNvPicPr/>
          <p:nvPr/>
        </p:nvPicPr>
        <p:blipFill>
          <a:blip r:embed="rId3"/>
          <a:stretch/>
        </p:blipFill>
        <p:spPr>
          <a:xfrm>
            <a:off x="2514600" y="1371600"/>
            <a:ext cx="7061040" cy="3970081"/>
          </a:xfrm>
          <a:prstGeom prst="rect">
            <a:avLst/>
          </a:prstGeom>
          <a:noFill/>
          <a:ln w="0">
            <a:noFill/>
          </a:ln>
        </p:spPr>
      </p:pic>
      <p:sp>
        <p:nvSpPr>
          <p:cNvPr id="2" name="Google Shape;96;p14">
            <a:extLst>
              <a:ext uri="{FF2B5EF4-FFF2-40B4-BE49-F238E27FC236}">
                <a16:creationId xmlns:a16="http://schemas.microsoft.com/office/drawing/2014/main" id="{F4CBCCFE-75A4-BE7F-978D-870047D5F470}"/>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Warning page Modification section </a:t>
            </a:r>
          </a:p>
        </p:txBody>
      </p:sp>
    </p:spTree>
    <p:extLst>
      <p:ext uri="{BB962C8B-B14F-4D97-AF65-F5344CB8AC3E}">
        <p14:creationId xmlns:p14="http://schemas.microsoft.com/office/powerpoint/2010/main" val="33233869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337A69B7-4A72-DAAB-C383-746E6EFF09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B90FC9-9C09-8ED5-A96B-D222F5253DFB}"/>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0312C553-728E-E19E-981B-D37814FBAD67}"/>
              </a:ext>
            </a:extLst>
          </p:cNvPr>
          <p:cNvSpPr>
            <a:spLocks noGrp="1"/>
          </p:cNvSpPr>
          <p:nvPr>
            <p:ph type="subTitle" idx="1"/>
          </p:nvPr>
        </p:nvSpPr>
        <p:spPr/>
        <p:txBody>
          <a:bodyPr/>
          <a:lstStyle/>
          <a:p>
            <a:endParaRPr lang="en-IN"/>
          </a:p>
        </p:txBody>
      </p:sp>
      <p:pic>
        <p:nvPicPr>
          <p:cNvPr id="85" name="Picture 84"/>
          <p:cNvPicPr/>
          <p:nvPr/>
        </p:nvPicPr>
        <p:blipFill>
          <a:blip r:embed="rId3"/>
          <a:stretch/>
        </p:blipFill>
        <p:spPr>
          <a:xfrm>
            <a:off x="2514600" y="1419480"/>
            <a:ext cx="7061040" cy="3970081"/>
          </a:xfrm>
          <a:prstGeom prst="rect">
            <a:avLst/>
          </a:prstGeom>
          <a:noFill/>
          <a:ln w="0">
            <a:noFill/>
          </a:ln>
        </p:spPr>
      </p:pic>
      <p:sp>
        <p:nvSpPr>
          <p:cNvPr id="2" name="Google Shape;96;p14">
            <a:extLst>
              <a:ext uri="{FF2B5EF4-FFF2-40B4-BE49-F238E27FC236}">
                <a16:creationId xmlns:a16="http://schemas.microsoft.com/office/drawing/2014/main" id="{3125DC7C-B51E-B758-323A-C39EAEA65210}"/>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PHP function Checking section </a:t>
            </a:r>
          </a:p>
        </p:txBody>
      </p:sp>
    </p:spTree>
    <p:extLst>
      <p:ext uri="{BB962C8B-B14F-4D97-AF65-F5344CB8AC3E}">
        <p14:creationId xmlns:p14="http://schemas.microsoft.com/office/powerpoint/2010/main" val="18959503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0EAD8408-8B33-7E77-8A80-FA20797968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A26A54-B398-4ECD-ED45-D0E5E3EE564C}"/>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6F2F9FDC-69E5-6CCB-ECC3-61955654E5F4}"/>
              </a:ext>
            </a:extLst>
          </p:cNvPr>
          <p:cNvSpPr>
            <a:spLocks noGrp="1"/>
          </p:cNvSpPr>
          <p:nvPr>
            <p:ph type="subTitle" idx="1"/>
          </p:nvPr>
        </p:nvSpPr>
        <p:spPr/>
        <p:txBody>
          <a:bodyPr/>
          <a:lstStyle/>
          <a:p>
            <a:endParaRPr lang="en-IN"/>
          </a:p>
        </p:txBody>
      </p:sp>
      <p:pic>
        <p:nvPicPr>
          <p:cNvPr id="88" name="Picture 87"/>
          <p:cNvPicPr/>
          <p:nvPr/>
        </p:nvPicPr>
        <p:blipFill>
          <a:blip r:embed="rId3"/>
          <a:stretch/>
        </p:blipFill>
        <p:spPr>
          <a:xfrm>
            <a:off x="2514600" y="1419480"/>
            <a:ext cx="7061040" cy="3970081"/>
          </a:xfrm>
          <a:prstGeom prst="rect">
            <a:avLst/>
          </a:prstGeom>
          <a:noFill/>
          <a:ln w="0">
            <a:noFill/>
          </a:ln>
        </p:spPr>
      </p:pic>
      <p:sp>
        <p:nvSpPr>
          <p:cNvPr id="2" name="Google Shape;96;p14">
            <a:extLst>
              <a:ext uri="{FF2B5EF4-FFF2-40B4-BE49-F238E27FC236}">
                <a16:creationId xmlns:a16="http://schemas.microsoft.com/office/drawing/2014/main" id="{9305CA33-0AA2-98B3-40EF-1F4A04233D5E}"/>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PHP Configuration section </a:t>
            </a:r>
          </a:p>
        </p:txBody>
      </p:sp>
    </p:spTree>
    <p:extLst>
      <p:ext uri="{BB962C8B-B14F-4D97-AF65-F5344CB8AC3E}">
        <p14:creationId xmlns:p14="http://schemas.microsoft.com/office/powerpoint/2010/main" val="14534469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38B0CE88-C560-5673-F50B-B79EA42A8B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0AFC818-D030-523F-1004-7939564F4292}"/>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9D2B2303-359E-E6E7-6CF3-387CE4E4AFDA}"/>
              </a:ext>
            </a:extLst>
          </p:cNvPr>
          <p:cNvSpPr>
            <a:spLocks noGrp="1"/>
          </p:cNvSpPr>
          <p:nvPr>
            <p:ph type="subTitle" idx="1"/>
          </p:nvPr>
        </p:nvSpPr>
        <p:spPr/>
        <p:txBody>
          <a:bodyPr/>
          <a:lstStyle/>
          <a:p>
            <a:endParaRPr lang="en-IN"/>
          </a:p>
        </p:txBody>
      </p:sp>
      <p:pic>
        <p:nvPicPr>
          <p:cNvPr id="91" name="Picture 90"/>
          <p:cNvPicPr/>
          <p:nvPr/>
        </p:nvPicPr>
        <p:blipFill>
          <a:blip r:embed="rId3"/>
          <a:stretch/>
        </p:blipFill>
        <p:spPr>
          <a:xfrm>
            <a:off x="2514600" y="1371600"/>
            <a:ext cx="7061040" cy="3970081"/>
          </a:xfrm>
          <a:prstGeom prst="rect">
            <a:avLst/>
          </a:prstGeom>
          <a:noFill/>
          <a:ln w="0">
            <a:noFill/>
          </a:ln>
        </p:spPr>
      </p:pic>
      <p:sp>
        <p:nvSpPr>
          <p:cNvPr id="2" name="Google Shape;96;p14">
            <a:extLst>
              <a:ext uri="{FF2B5EF4-FFF2-40B4-BE49-F238E27FC236}">
                <a16:creationId xmlns:a16="http://schemas.microsoft.com/office/drawing/2014/main" id="{2B552A0A-47E1-C845-29B2-2353C94C9AF8}"/>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Live Traffic section </a:t>
            </a:r>
          </a:p>
        </p:txBody>
      </p:sp>
    </p:spTree>
    <p:extLst>
      <p:ext uri="{BB962C8B-B14F-4D97-AF65-F5344CB8AC3E}">
        <p14:creationId xmlns:p14="http://schemas.microsoft.com/office/powerpoint/2010/main" val="19582793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8BF5E105-F4BF-7F90-990A-9EFC5E993E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8CAC26-BDD5-FCFA-AEAF-09C3CAF36D8B}"/>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D498A27C-01A4-72F1-4969-159DA3415FDB}"/>
              </a:ext>
            </a:extLst>
          </p:cNvPr>
          <p:cNvSpPr>
            <a:spLocks noGrp="1"/>
          </p:cNvSpPr>
          <p:nvPr>
            <p:ph type="subTitle" idx="1"/>
          </p:nvPr>
        </p:nvSpPr>
        <p:spPr/>
        <p:txBody>
          <a:bodyPr/>
          <a:lstStyle/>
          <a:p>
            <a:endParaRPr lang="en-IN"/>
          </a:p>
        </p:txBody>
      </p:sp>
      <p:pic>
        <p:nvPicPr>
          <p:cNvPr id="94" name="Picture 93"/>
          <p:cNvPicPr/>
          <p:nvPr/>
        </p:nvPicPr>
        <p:blipFill>
          <a:blip r:embed="rId3"/>
          <a:stretch/>
        </p:blipFill>
        <p:spPr>
          <a:xfrm>
            <a:off x="2514600" y="1371600"/>
            <a:ext cx="7061040" cy="3970081"/>
          </a:xfrm>
          <a:prstGeom prst="rect">
            <a:avLst/>
          </a:prstGeom>
          <a:noFill/>
          <a:ln w="0">
            <a:noFill/>
          </a:ln>
        </p:spPr>
      </p:pic>
      <p:sp>
        <p:nvSpPr>
          <p:cNvPr id="2" name="Google Shape;96;p14">
            <a:extLst>
              <a:ext uri="{FF2B5EF4-FFF2-40B4-BE49-F238E27FC236}">
                <a16:creationId xmlns:a16="http://schemas.microsoft.com/office/drawing/2014/main" id="{8773CE3B-C0D2-4FAD-3FA3-6581FCB9D267}"/>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Live Traffic (Lite v.1)section </a:t>
            </a:r>
          </a:p>
        </p:txBody>
      </p:sp>
    </p:spTree>
    <p:extLst>
      <p:ext uri="{BB962C8B-B14F-4D97-AF65-F5344CB8AC3E}">
        <p14:creationId xmlns:p14="http://schemas.microsoft.com/office/powerpoint/2010/main" val="620085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84109667-078B-3CD5-8E4C-D9C7876D12B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C057D6-72D6-0F08-9589-9BE746E2BD77}"/>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1073FB36-9EAA-5248-5A34-3DA266542624}"/>
              </a:ext>
            </a:extLst>
          </p:cNvPr>
          <p:cNvSpPr>
            <a:spLocks noGrp="1"/>
          </p:cNvSpPr>
          <p:nvPr>
            <p:ph type="subTitle" idx="1"/>
          </p:nvPr>
        </p:nvSpPr>
        <p:spPr/>
        <p:txBody>
          <a:bodyPr/>
          <a:lstStyle/>
          <a:p>
            <a:endParaRPr lang="en-IN"/>
          </a:p>
        </p:txBody>
      </p:sp>
      <p:pic>
        <p:nvPicPr>
          <p:cNvPr id="97" name="Picture 96"/>
          <p:cNvPicPr/>
          <p:nvPr/>
        </p:nvPicPr>
        <p:blipFill>
          <a:blip r:embed="rId3"/>
          <a:stretch/>
        </p:blipFill>
        <p:spPr>
          <a:xfrm>
            <a:off x="2743200" y="1419481"/>
            <a:ext cx="6832440" cy="3841559"/>
          </a:xfrm>
          <a:prstGeom prst="rect">
            <a:avLst/>
          </a:prstGeom>
          <a:noFill/>
          <a:ln w="0">
            <a:noFill/>
          </a:ln>
        </p:spPr>
      </p:pic>
      <p:sp>
        <p:nvSpPr>
          <p:cNvPr id="2" name="Google Shape;96;p14">
            <a:extLst>
              <a:ext uri="{FF2B5EF4-FFF2-40B4-BE49-F238E27FC236}">
                <a16:creationId xmlns:a16="http://schemas.microsoft.com/office/drawing/2014/main" id="{F037AE61-07B5-BE75-32C7-783351FBF239}"/>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Visit Analytics section </a:t>
            </a:r>
          </a:p>
        </p:txBody>
      </p:sp>
    </p:spTree>
    <p:extLst>
      <p:ext uri="{BB962C8B-B14F-4D97-AF65-F5344CB8AC3E}">
        <p14:creationId xmlns:p14="http://schemas.microsoft.com/office/powerpoint/2010/main" val="2492620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40F3F9F7-D3DF-748E-E8E7-638890B3B11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1789FE-333F-FFF8-D509-051969BA4717}"/>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F72438A3-7967-EFAF-F668-5822E8A879B8}"/>
              </a:ext>
            </a:extLst>
          </p:cNvPr>
          <p:cNvSpPr>
            <a:spLocks noGrp="1"/>
          </p:cNvSpPr>
          <p:nvPr>
            <p:ph type="subTitle" idx="1"/>
          </p:nvPr>
        </p:nvSpPr>
        <p:spPr/>
        <p:txBody>
          <a:bodyPr/>
          <a:lstStyle/>
          <a:p>
            <a:endParaRPr lang="en-IN"/>
          </a:p>
        </p:txBody>
      </p:sp>
      <p:pic>
        <p:nvPicPr>
          <p:cNvPr id="100" name="Picture 99"/>
          <p:cNvPicPr/>
          <p:nvPr/>
        </p:nvPicPr>
        <p:blipFill>
          <a:blip r:embed="rId3"/>
          <a:stretch/>
        </p:blipFill>
        <p:spPr>
          <a:xfrm>
            <a:off x="2514600" y="1371600"/>
            <a:ext cx="7061040" cy="3970081"/>
          </a:xfrm>
          <a:prstGeom prst="rect">
            <a:avLst/>
          </a:prstGeom>
          <a:noFill/>
          <a:ln w="0">
            <a:noFill/>
          </a:ln>
        </p:spPr>
      </p:pic>
      <p:sp>
        <p:nvSpPr>
          <p:cNvPr id="2" name="Google Shape;96;p14">
            <a:extLst>
              <a:ext uri="{FF2B5EF4-FFF2-40B4-BE49-F238E27FC236}">
                <a16:creationId xmlns:a16="http://schemas.microsoft.com/office/drawing/2014/main" id="{F59A6362-0319-AE6A-786C-E0F9D3C9E6A3}"/>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Error tracking &amp; Reporting section </a:t>
            </a:r>
          </a:p>
        </p:txBody>
      </p:sp>
    </p:spTree>
    <p:extLst>
      <p:ext uri="{BB962C8B-B14F-4D97-AF65-F5344CB8AC3E}">
        <p14:creationId xmlns:p14="http://schemas.microsoft.com/office/powerpoint/2010/main" val="4156514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738AAE68-B4CC-35A1-72B3-2C95BA984B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181F16-F626-7DB1-D9AF-FC078731AFBA}"/>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1B5C4DEB-7BBC-DC51-F494-5EC6DE307424}"/>
              </a:ext>
            </a:extLst>
          </p:cNvPr>
          <p:cNvSpPr>
            <a:spLocks noGrp="1"/>
          </p:cNvSpPr>
          <p:nvPr>
            <p:ph type="subTitle" idx="1"/>
          </p:nvPr>
        </p:nvSpPr>
        <p:spPr/>
        <p:txBody>
          <a:bodyPr/>
          <a:lstStyle/>
          <a:p>
            <a:endParaRPr lang="en-IN"/>
          </a:p>
        </p:txBody>
      </p:sp>
      <p:pic>
        <p:nvPicPr>
          <p:cNvPr id="103" name="Picture 102"/>
          <p:cNvPicPr/>
          <p:nvPr/>
        </p:nvPicPr>
        <p:blipFill>
          <a:blip r:embed="rId3"/>
          <a:stretch/>
        </p:blipFill>
        <p:spPr>
          <a:xfrm>
            <a:off x="2286000" y="1371600"/>
            <a:ext cx="7289640" cy="4098600"/>
          </a:xfrm>
          <a:prstGeom prst="rect">
            <a:avLst/>
          </a:prstGeom>
          <a:noFill/>
          <a:ln w="0">
            <a:noFill/>
          </a:ln>
        </p:spPr>
      </p:pic>
      <p:sp>
        <p:nvSpPr>
          <p:cNvPr id="2" name="Google Shape;96;p14">
            <a:extLst>
              <a:ext uri="{FF2B5EF4-FFF2-40B4-BE49-F238E27FC236}">
                <a16:creationId xmlns:a16="http://schemas.microsoft.com/office/drawing/2014/main" id="{71A2213F-043C-9F0D-AA05-722747D753AD}"/>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Port Scanner section </a:t>
            </a:r>
          </a:p>
        </p:txBody>
      </p:sp>
    </p:spTree>
    <p:extLst>
      <p:ext uri="{BB962C8B-B14F-4D97-AF65-F5344CB8AC3E}">
        <p14:creationId xmlns:p14="http://schemas.microsoft.com/office/powerpoint/2010/main" val="8026205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6FF2540F-1981-9AC0-3ABC-5609262554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02EDDED-F07E-2F3D-568D-94653ED403A8}"/>
              </a:ext>
            </a:extLst>
          </p:cNvPr>
          <p:cNvSpPr>
            <a:spLocks noGrp="1"/>
          </p:cNvSpPr>
          <p:nvPr>
            <p:ph type="ctrTitle"/>
          </p:nvPr>
        </p:nvSpPr>
        <p:spPr/>
        <p:txBody>
          <a:bodyPr/>
          <a:lstStyle/>
          <a:p>
            <a:endParaRPr lang="en-IN"/>
          </a:p>
        </p:txBody>
      </p:sp>
      <p:sp>
        <p:nvSpPr>
          <p:cNvPr id="6" name="Subtitle 5">
            <a:extLst>
              <a:ext uri="{FF2B5EF4-FFF2-40B4-BE49-F238E27FC236}">
                <a16:creationId xmlns:a16="http://schemas.microsoft.com/office/drawing/2014/main" id="{1623D064-1222-2144-71C3-31C1314799B8}"/>
              </a:ext>
            </a:extLst>
          </p:cNvPr>
          <p:cNvSpPr>
            <a:spLocks noGrp="1"/>
          </p:cNvSpPr>
          <p:nvPr>
            <p:ph type="subTitle" idx="1"/>
          </p:nvPr>
        </p:nvSpPr>
        <p:spPr/>
        <p:txBody>
          <a:bodyPr/>
          <a:lstStyle/>
          <a:p>
            <a:endParaRPr lang="en-IN"/>
          </a:p>
        </p:txBody>
      </p:sp>
      <p:pic>
        <p:nvPicPr>
          <p:cNvPr id="106" name="Picture 105"/>
          <p:cNvPicPr/>
          <p:nvPr/>
        </p:nvPicPr>
        <p:blipFill>
          <a:blip r:embed="rId3"/>
          <a:stretch/>
        </p:blipFill>
        <p:spPr>
          <a:xfrm>
            <a:off x="2514600" y="1326601"/>
            <a:ext cx="7107840" cy="3996360"/>
          </a:xfrm>
          <a:prstGeom prst="rect">
            <a:avLst/>
          </a:prstGeom>
          <a:noFill/>
          <a:ln w="0">
            <a:noFill/>
          </a:ln>
        </p:spPr>
      </p:pic>
      <p:sp>
        <p:nvSpPr>
          <p:cNvPr id="2" name="Google Shape;96;p14">
            <a:extLst>
              <a:ext uri="{FF2B5EF4-FFF2-40B4-BE49-F238E27FC236}">
                <a16:creationId xmlns:a16="http://schemas.microsoft.com/office/drawing/2014/main" id="{FD4E1CDB-3197-8947-4547-10D36F03E211}"/>
              </a:ext>
            </a:extLst>
          </p:cNvPr>
          <p:cNvSpPr txBox="1">
            <a:spLocks/>
          </p:cNvSpPr>
          <p:nvPr/>
        </p:nvSpPr>
        <p:spPr>
          <a:xfrm>
            <a:off x="727868" y="344584"/>
            <a:ext cx="6615410" cy="302307"/>
          </a:xfrm>
          <a:prstGeom prst="rect">
            <a:avLst/>
          </a:prstGeom>
          <a:noFill/>
          <a:ln>
            <a:noFill/>
          </a:ln>
        </p:spPr>
        <p:txBody>
          <a:bodyPr spcFirstLastPara="1" wrap="square" lIns="56694" tIns="28339" rIns="56694" bIns="28339"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kern="0" dirty="0">
                <a:latin typeface="Cambria" panose="02040503050406030204" pitchFamily="18" charset="0"/>
                <a:ea typeface="Cambria" panose="02040503050406030204" pitchFamily="18" charset="0"/>
              </a:rPr>
              <a:t>Hash Tool section </a:t>
            </a:r>
          </a:p>
        </p:txBody>
      </p:sp>
    </p:spTree>
    <p:extLst>
      <p:ext uri="{BB962C8B-B14F-4D97-AF65-F5344CB8AC3E}">
        <p14:creationId xmlns:p14="http://schemas.microsoft.com/office/powerpoint/2010/main" val="34571304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6" name="Rectangle 5">
            <a:extLst>
              <a:ext uri="{FF2B5EF4-FFF2-40B4-BE49-F238E27FC236}">
                <a16:creationId xmlns:a16="http://schemas.microsoft.com/office/drawing/2014/main" id="{E1A5EA0C-C65A-E103-DC40-CCF90AD9F02F}"/>
              </a:ext>
            </a:extLst>
          </p:cNvPr>
          <p:cNvSpPr/>
          <p:nvPr/>
        </p:nvSpPr>
        <p:spPr>
          <a:xfrm>
            <a:off x="5625190" y="1769418"/>
            <a:ext cx="2596832" cy="26252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869"/>
          </a:p>
        </p:txBody>
      </p:sp>
      <p:sp>
        <p:nvSpPr>
          <p:cNvPr id="114" name="Google Shape;114;p17"/>
          <p:cNvSpPr txBox="1">
            <a:spLocks noGrp="1"/>
          </p:cNvSpPr>
          <p:nvPr>
            <p:ph type="title"/>
          </p:nvPr>
        </p:nvSpPr>
        <p:spPr>
          <a:xfrm>
            <a:off x="1764109" y="879215"/>
            <a:ext cx="6615410" cy="302307"/>
          </a:xfrm>
          <a:prstGeom prst="rect">
            <a:avLst/>
          </a:prstGeom>
          <a:noFill/>
          <a:ln>
            <a:noFill/>
          </a:ln>
        </p:spPr>
        <p:txBody>
          <a:bodyPr spcFirstLastPara="1" wrap="square" lIns="56694" tIns="28339" rIns="56694" bIns="28339" anchor="ctr" anchorCtr="0">
            <a:noAutofit/>
          </a:bodyPr>
          <a:lstStyle/>
          <a:p>
            <a:pPr marL="94496">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1764109" y="1417699"/>
            <a:ext cx="6615410" cy="3071441"/>
          </a:xfrm>
          <a:prstGeom prst="rect">
            <a:avLst/>
          </a:prstGeom>
          <a:noFill/>
          <a:ln>
            <a:noFill/>
          </a:ln>
        </p:spPr>
        <p:txBody>
          <a:bodyPr spcFirstLastPara="1" wrap="square" lIns="56694" tIns="28339" rIns="56694" bIns="28339" anchor="t" anchorCtr="0">
            <a:normAutofit/>
          </a:bodyPr>
          <a:lstStyle/>
          <a:p>
            <a:pPr marL="212617" indent="-118120" algn="just">
              <a:spcBef>
                <a:spcPts val="0"/>
              </a:spcBef>
              <a:buSzPct val="100000"/>
              <a:buNone/>
            </a:pPr>
            <a:endParaRPr lang="en-US" dirty="0">
              <a:latin typeface="Cambria" panose="02040503050406030204" pitchFamily="18" charset="0"/>
              <a:ea typeface="Cambria" panose="02040503050406030204" pitchFamily="18" charset="0"/>
            </a:endParaRPr>
          </a:p>
          <a:p>
            <a:pPr marL="212617" indent="-118120" algn="just">
              <a:spcBef>
                <a:spcPts val="0"/>
              </a:spcBef>
              <a:buSzPct val="100000"/>
              <a:buNone/>
            </a:pPr>
            <a:endParaRPr lang="en-US" dirty="0">
              <a:latin typeface="Cambria" panose="02040503050406030204" pitchFamily="18" charset="0"/>
              <a:ea typeface="Cambria" panose="02040503050406030204" pitchFamily="18" charset="0"/>
            </a:endParaRPr>
          </a:p>
          <a:p>
            <a:pPr marL="212617" indent="-11812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212617" indent="-11812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212617" indent="-118120" algn="just">
              <a:lnSpc>
                <a:spcPct val="200000"/>
              </a:lnSpc>
              <a:spcBef>
                <a:spcPts val="0"/>
              </a:spcBef>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1858615" y="1512205"/>
            <a:ext cx="6615410" cy="3071441"/>
          </a:xfrm>
          <a:prstGeom prst="rect">
            <a:avLst/>
          </a:prstGeom>
          <a:noFill/>
          <a:ln>
            <a:noFill/>
          </a:ln>
        </p:spPr>
        <p:txBody>
          <a:bodyPr spcFirstLastPara="1" wrap="square" lIns="56694" tIns="28339" rIns="56694" bIns="28339"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212617" indent="-118120" algn="just">
              <a:spcBef>
                <a:spcPts val="0"/>
              </a:spcBef>
              <a:buSzPct val="100000"/>
              <a:buNone/>
            </a:pPr>
            <a:endParaRPr lang="en-US" sz="1488" dirty="0">
              <a:latin typeface="Cambria" panose="02040503050406030204" pitchFamily="18" charset="0"/>
              <a:ea typeface="Cambria" panose="02040503050406030204" pitchFamily="18" charset="0"/>
            </a:endParaRPr>
          </a:p>
          <a:p>
            <a:pPr marL="212617" indent="-118120" algn="just">
              <a:spcBef>
                <a:spcPts val="0"/>
              </a:spcBef>
              <a:buSzPct val="100000"/>
              <a:buNone/>
            </a:pPr>
            <a:endParaRPr lang="en-US" sz="1488" dirty="0">
              <a:latin typeface="Cambria" panose="02040503050406030204" pitchFamily="18" charset="0"/>
              <a:ea typeface="Cambria" panose="02040503050406030204" pitchFamily="18" charset="0"/>
            </a:endParaRPr>
          </a:p>
          <a:p>
            <a:pPr marL="212617" indent="-118120" algn="just">
              <a:lnSpc>
                <a:spcPct val="200000"/>
              </a:lnSpc>
              <a:spcBef>
                <a:spcPts val="0"/>
              </a:spcBef>
              <a:buSzPct val="100000"/>
              <a:buNone/>
            </a:pPr>
            <a:endParaRPr lang="en-US" sz="1488" dirty="0">
              <a:latin typeface="Cambria" panose="02040503050406030204" pitchFamily="18" charset="0"/>
              <a:ea typeface="Cambria" panose="02040503050406030204" pitchFamily="18" charset="0"/>
            </a:endParaRPr>
          </a:p>
          <a:p>
            <a:pPr marL="212617" indent="-118120" algn="just">
              <a:lnSpc>
                <a:spcPct val="200000"/>
              </a:lnSpc>
              <a:spcBef>
                <a:spcPts val="0"/>
              </a:spcBef>
              <a:buSzPct val="100000"/>
              <a:buNone/>
            </a:pPr>
            <a:endParaRPr lang="en-US" sz="1488" dirty="0">
              <a:latin typeface="Cambria" panose="02040503050406030204" pitchFamily="18" charset="0"/>
              <a:ea typeface="Cambria" panose="02040503050406030204" pitchFamily="18" charset="0"/>
            </a:endParaRPr>
          </a:p>
          <a:p>
            <a:pPr marL="212617" indent="-118120" algn="just">
              <a:lnSpc>
                <a:spcPct val="200000"/>
              </a:lnSpc>
              <a:spcBef>
                <a:spcPts val="0"/>
              </a:spcBef>
              <a:buSzPct val="100000"/>
              <a:buNone/>
            </a:pPr>
            <a:endParaRPr lang="en-US" sz="1488"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1764109" y="1417695"/>
            <a:ext cx="6615410" cy="2591036"/>
          </a:xfrm>
          <a:prstGeom prst="rect">
            <a:avLst/>
          </a:prstGeom>
          <a:noFill/>
          <a:ln>
            <a:noFill/>
          </a:ln>
        </p:spPr>
        <p:txBody>
          <a:bodyPr spcFirstLastPara="1" wrap="square" lIns="56694" tIns="28339" rIns="56694" bIns="28339"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212617" indent="-118120" algn="just">
              <a:spcBef>
                <a:spcPts val="0"/>
              </a:spcBef>
              <a:buSzPct val="100000"/>
              <a:buNone/>
            </a:pPr>
            <a:r>
              <a:rPr lang="en-US" sz="1488" dirty="0">
                <a:latin typeface="Cambria" panose="02040503050406030204" pitchFamily="18" charset="0"/>
                <a:ea typeface="Cambria" panose="02040503050406030204" pitchFamily="18" charset="0"/>
              </a:rPr>
              <a:t>The Github link provided should have public access permission.</a:t>
            </a:r>
          </a:p>
          <a:p>
            <a:pPr marL="212617" indent="-118120" algn="just">
              <a:spcBef>
                <a:spcPts val="0"/>
              </a:spcBef>
              <a:buSzPct val="100000"/>
              <a:buNone/>
            </a:pPr>
            <a:endParaRPr lang="en-US" sz="1488" dirty="0">
              <a:latin typeface="Cambria" panose="02040503050406030204" pitchFamily="18" charset="0"/>
              <a:ea typeface="Cambria" panose="02040503050406030204" pitchFamily="18" charset="0"/>
            </a:endParaRPr>
          </a:p>
          <a:p>
            <a:pPr marL="212617" indent="-118120" algn="just">
              <a:spcBef>
                <a:spcPts val="0"/>
              </a:spcBef>
              <a:buSzPct val="100000"/>
              <a:buNone/>
            </a:pPr>
            <a:r>
              <a:rPr lang="en-US" sz="1488" b="1" dirty="0" err="1">
                <a:solidFill>
                  <a:schemeClr val="accent2">
                    <a:lumMod val="75000"/>
                  </a:schemeClr>
                </a:solidFill>
                <a:latin typeface="Cambria" panose="02040503050406030204" pitchFamily="18" charset="0"/>
                <a:ea typeface="Cambria" panose="02040503050406030204" pitchFamily="18" charset="0"/>
              </a:rPr>
              <a:t>Github</a:t>
            </a:r>
            <a:r>
              <a:rPr lang="en-US" sz="1488" b="1" dirty="0">
                <a:solidFill>
                  <a:schemeClr val="accent2">
                    <a:lumMod val="75000"/>
                  </a:schemeClr>
                </a:solidFill>
                <a:latin typeface="Cambria" panose="02040503050406030204" pitchFamily="18" charset="0"/>
                <a:ea typeface="Cambria" panose="02040503050406030204" pitchFamily="18" charset="0"/>
              </a:rPr>
              <a:t> Link</a:t>
            </a:r>
          </a:p>
          <a:p>
            <a:pPr marL="212617" indent="-118120" algn="just">
              <a:spcBef>
                <a:spcPts val="0"/>
              </a:spcBef>
              <a:buSzPct val="100000"/>
              <a:buNone/>
            </a:pPr>
            <a:endParaRPr lang="en-US" sz="1488" b="1" dirty="0">
              <a:solidFill>
                <a:schemeClr val="accent2">
                  <a:lumMod val="75000"/>
                </a:schemeClr>
              </a:solidFill>
              <a:latin typeface="Cambria" panose="02040503050406030204" pitchFamily="18" charset="0"/>
              <a:ea typeface="Cambria" panose="02040503050406030204" pitchFamily="18" charset="0"/>
            </a:endParaRPr>
          </a:p>
          <a:p>
            <a:pPr marL="212617" indent="-118120" algn="just">
              <a:spcBef>
                <a:spcPts val="0"/>
              </a:spcBef>
              <a:buSzPct val="100000"/>
              <a:buNone/>
            </a:pPr>
            <a:r>
              <a:rPr lang="en-US" sz="1488" b="1" dirty="0">
                <a:solidFill>
                  <a:schemeClr val="tx1"/>
                </a:solidFill>
                <a:latin typeface="Cambria" panose="02040503050406030204" pitchFamily="18" charset="0"/>
                <a:ea typeface="Cambria" panose="02040503050406030204" pitchFamily="18" charset="0"/>
                <a:hlinkClick r:id="rId3"/>
              </a:rPr>
              <a:t>https://github.com/hacker-hub8/qurik</a:t>
            </a:r>
            <a:endParaRPr lang="en-US" sz="1488" b="1" dirty="0">
              <a:solidFill>
                <a:schemeClr val="tx1"/>
              </a:solidFill>
              <a:latin typeface="Cambria" panose="02040503050406030204" pitchFamily="18" charset="0"/>
              <a:ea typeface="Cambria" panose="02040503050406030204" pitchFamily="18" charset="0"/>
            </a:endParaRPr>
          </a:p>
          <a:p>
            <a:pPr marL="212617" indent="-118120" algn="just">
              <a:spcBef>
                <a:spcPts val="0"/>
              </a:spcBef>
              <a:buSzPct val="100000"/>
              <a:buNone/>
            </a:pPr>
            <a:endParaRPr lang="en-US" sz="1488" dirty="0">
              <a:latin typeface="Cambria" panose="02040503050406030204" pitchFamily="18" charset="0"/>
              <a:ea typeface="Cambria" panose="02040503050406030204" pitchFamily="18" charset="0"/>
            </a:endParaRPr>
          </a:p>
          <a:p>
            <a:pPr marL="212617" indent="-118120" algn="just">
              <a:lnSpc>
                <a:spcPct val="200000"/>
              </a:lnSpc>
              <a:spcBef>
                <a:spcPts val="0"/>
              </a:spcBef>
              <a:buSzPct val="100000"/>
              <a:buNone/>
            </a:pPr>
            <a:endParaRPr lang="en-US" sz="1488" dirty="0">
              <a:latin typeface="Cambria" panose="02040503050406030204" pitchFamily="18" charset="0"/>
              <a:ea typeface="Cambria" panose="02040503050406030204" pitchFamily="18" charset="0"/>
            </a:endParaRPr>
          </a:p>
          <a:p>
            <a:pPr marL="212617" indent="-118120" algn="just">
              <a:lnSpc>
                <a:spcPct val="200000"/>
              </a:lnSpc>
              <a:spcBef>
                <a:spcPts val="0"/>
              </a:spcBef>
              <a:buSzPct val="100000"/>
              <a:buNone/>
            </a:pPr>
            <a:endParaRPr lang="en-US" sz="1488" dirty="0">
              <a:latin typeface="Cambria" panose="02040503050406030204" pitchFamily="18" charset="0"/>
              <a:ea typeface="Cambria" panose="02040503050406030204" pitchFamily="18" charset="0"/>
            </a:endParaRPr>
          </a:p>
          <a:p>
            <a:pPr marL="212617" indent="-118120" algn="just">
              <a:lnSpc>
                <a:spcPct val="200000"/>
              </a:lnSpc>
              <a:spcBef>
                <a:spcPts val="0"/>
              </a:spcBef>
              <a:buSzPct val="100000"/>
              <a:buNone/>
            </a:pPr>
            <a:endParaRPr lang="en-US" sz="1488"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4B4D2398-3F78-5F9A-2B11-1F3FF86BF27F}"/>
              </a:ext>
            </a:extLst>
          </p:cNvPr>
          <p:cNvPicPr>
            <a:picLocks noChangeAspect="1"/>
          </p:cNvPicPr>
          <p:nvPr/>
        </p:nvPicPr>
        <p:blipFill>
          <a:blip r:embed="rId4"/>
          <a:srcRect l="10808" t="10684" r="9791" b="10437"/>
          <a:stretch>
            <a:fillRect/>
          </a:stretch>
        </p:blipFill>
        <p:spPr>
          <a:xfrm>
            <a:off x="5661153" y="1831116"/>
            <a:ext cx="2524911" cy="2508300"/>
          </a:xfrm>
          <a:prstGeom prst="rect">
            <a:avLst/>
          </a:prstGeom>
        </p:spPr>
      </p:pic>
    </p:spTree>
    <p:extLst>
      <p:ext uri="{BB962C8B-B14F-4D97-AF65-F5344CB8AC3E}">
        <p14:creationId xmlns:p14="http://schemas.microsoft.com/office/powerpoint/2010/main" val="2856357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BC8D513B-F00C-40F7-C8A6-822CAECC7736}"/>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96C46569-E9A1-A7F3-A550-85D41863A301}"/>
              </a:ext>
            </a:extLst>
          </p:cNvPr>
          <p:cNvSpPr txBox="1">
            <a:spLocks noGrp="1"/>
          </p:cNvSpPr>
          <p:nvPr>
            <p:ph type="title"/>
          </p:nvPr>
        </p:nvSpPr>
        <p:spPr>
          <a:xfrm>
            <a:off x="1185269" y="325542"/>
            <a:ext cx="6615410" cy="302307"/>
          </a:xfrm>
          <a:prstGeom prst="rect">
            <a:avLst/>
          </a:prstGeom>
          <a:noFill/>
          <a:ln>
            <a:noFill/>
          </a:ln>
        </p:spPr>
        <p:txBody>
          <a:bodyPr spcFirstLastPara="1" wrap="square" lIns="56694" tIns="28339" rIns="56694" bIns="28339" anchor="ctr" anchorCtr="0">
            <a:noAutofit/>
          </a:bodyPr>
          <a:lstStyle/>
          <a:p>
            <a:pPr lvl="0"/>
            <a:r>
              <a:rPr lang="en-GB" dirty="0">
                <a:latin typeface="Cambria" panose="02040503050406030204" pitchFamily="18" charset="0"/>
                <a:ea typeface="Cambria" panose="02040503050406030204" pitchFamily="18" charset="0"/>
              </a:rPr>
              <a:t>References (Development)</a:t>
            </a:r>
            <a:endParaRPr dirty="0">
              <a:latin typeface="Cambria" panose="02040503050406030204" pitchFamily="18" charset="0"/>
              <a:ea typeface="Cambria" panose="02040503050406030204" pitchFamily="18" charset="0"/>
            </a:endParaRPr>
          </a:p>
        </p:txBody>
      </p:sp>
      <p:sp>
        <p:nvSpPr>
          <p:cNvPr id="145" name="Google Shape;145;p22">
            <a:extLst>
              <a:ext uri="{FF2B5EF4-FFF2-40B4-BE49-F238E27FC236}">
                <a16:creationId xmlns:a16="http://schemas.microsoft.com/office/drawing/2014/main" id="{99ADE2DE-C205-DCD1-247A-5DA14FEF7F30}"/>
              </a:ext>
            </a:extLst>
          </p:cNvPr>
          <p:cNvSpPr txBox="1">
            <a:spLocks noGrp="1"/>
          </p:cNvSpPr>
          <p:nvPr>
            <p:ph type="body" idx="1"/>
          </p:nvPr>
        </p:nvSpPr>
        <p:spPr>
          <a:xfrm>
            <a:off x="1355617" y="906656"/>
            <a:ext cx="6615410" cy="3071441"/>
          </a:xfrm>
          <a:prstGeom prst="rect">
            <a:avLst/>
          </a:prstGeom>
          <a:noFill/>
          <a:ln>
            <a:noFill/>
          </a:ln>
        </p:spPr>
        <p:txBody>
          <a:bodyPr spcFirstLastPara="1" wrap="square" lIns="56694" tIns="28339" rIns="56694" bIns="28339" anchor="t" anchorCtr="0">
            <a:noAutofit/>
          </a:bodyPr>
          <a:lstStyle/>
          <a:p>
            <a:pPr fontAlgn="base"/>
            <a:r>
              <a:rPr lang="en-IN" sz="1200" i="1" dirty="0"/>
              <a:t>Font Awesome Icons - </a:t>
            </a:r>
            <a:r>
              <a:rPr lang="en-IN" sz="1200" i="1" dirty="0">
                <a:hlinkClick r:id="rId3"/>
              </a:rPr>
              <a:t>FontAwesome.com</a:t>
            </a:r>
            <a:endParaRPr lang="en-IN" sz="1200" i="1" dirty="0"/>
          </a:p>
          <a:p>
            <a:pPr fontAlgn="base"/>
            <a:r>
              <a:rPr lang="en-IN" sz="1200" i="1" dirty="0"/>
              <a:t>Bootstrap Framework - </a:t>
            </a:r>
            <a:r>
              <a:rPr lang="en-IN" sz="1200" i="1" dirty="0">
                <a:hlinkClick r:id="rId4"/>
              </a:rPr>
              <a:t>GetBootstrap.com</a:t>
            </a:r>
            <a:endParaRPr lang="en-IN" sz="1200" i="1" dirty="0"/>
          </a:p>
          <a:p>
            <a:pPr fontAlgn="base"/>
            <a:r>
              <a:rPr lang="en-IN" sz="1200" i="1" dirty="0" err="1"/>
              <a:t>DataTables</a:t>
            </a:r>
            <a:r>
              <a:rPr lang="en-IN" sz="1200" i="1" dirty="0"/>
              <a:t> - </a:t>
            </a:r>
            <a:r>
              <a:rPr lang="en-IN" sz="1200" i="1" dirty="0">
                <a:hlinkClick r:id="rId5"/>
              </a:rPr>
              <a:t>DataTables.net</a:t>
            </a:r>
            <a:endParaRPr lang="en-IN" sz="1200" i="1" dirty="0"/>
          </a:p>
          <a:p>
            <a:pPr fontAlgn="base"/>
            <a:r>
              <a:rPr lang="en-IN" sz="1200" i="1" dirty="0"/>
              <a:t>jQuery - </a:t>
            </a:r>
            <a:r>
              <a:rPr lang="en-IN" sz="1200" i="1" dirty="0">
                <a:hlinkClick r:id="rId6"/>
              </a:rPr>
              <a:t>jQuery.com</a:t>
            </a:r>
            <a:endParaRPr lang="en-IN" sz="1200" i="1" dirty="0"/>
          </a:p>
          <a:p>
            <a:pPr fontAlgn="base"/>
            <a:r>
              <a:rPr lang="en-IN" sz="1200" i="1" dirty="0" err="1"/>
              <a:t>AdminLTE</a:t>
            </a:r>
            <a:r>
              <a:rPr lang="en-IN" sz="1200" i="1" dirty="0"/>
              <a:t> - </a:t>
            </a:r>
            <a:r>
              <a:rPr lang="en-IN" sz="1200" i="1" dirty="0">
                <a:hlinkClick r:id="rId7"/>
              </a:rPr>
              <a:t>github.com/almasaeed2010/</a:t>
            </a:r>
            <a:r>
              <a:rPr lang="en-IN" sz="1200" i="1" dirty="0" err="1">
                <a:hlinkClick r:id="rId7"/>
              </a:rPr>
              <a:t>AdminLTE</a:t>
            </a:r>
            <a:endParaRPr lang="en-IN" sz="1200" i="1" dirty="0"/>
          </a:p>
          <a:p>
            <a:pPr fontAlgn="base"/>
            <a:r>
              <a:rPr lang="en-IN" sz="1200" i="1" dirty="0"/>
              <a:t>Select2 - </a:t>
            </a:r>
            <a:r>
              <a:rPr lang="en-IN" sz="1200" i="1" dirty="0">
                <a:hlinkClick r:id="rId8"/>
              </a:rPr>
              <a:t>select2.github.io</a:t>
            </a:r>
            <a:endParaRPr lang="en-IN" sz="1200" i="1" dirty="0"/>
          </a:p>
          <a:p>
            <a:pPr fontAlgn="base"/>
            <a:r>
              <a:rPr lang="en-IN" sz="1200" i="1" dirty="0" err="1"/>
              <a:t>OpenLayers</a:t>
            </a:r>
            <a:r>
              <a:rPr lang="en-IN" sz="1200" i="1" dirty="0"/>
              <a:t> - </a:t>
            </a:r>
            <a:r>
              <a:rPr lang="en-IN" sz="1200" i="1" dirty="0">
                <a:hlinkClick r:id="rId9"/>
              </a:rPr>
              <a:t>github.com/</a:t>
            </a:r>
            <a:r>
              <a:rPr lang="en-IN" sz="1200" i="1" dirty="0" err="1">
                <a:hlinkClick r:id="rId9"/>
              </a:rPr>
              <a:t>openlayers</a:t>
            </a:r>
            <a:r>
              <a:rPr lang="en-IN" sz="1200" i="1" dirty="0">
                <a:hlinkClick r:id="rId9"/>
              </a:rPr>
              <a:t>/</a:t>
            </a:r>
            <a:r>
              <a:rPr lang="en-IN" sz="1200" i="1" dirty="0" err="1">
                <a:hlinkClick r:id="rId9"/>
              </a:rPr>
              <a:t>openlayers</a:t>
            </a:r>
            <a:endParaRPr lang="en-IN" sz="1200" i="1" dirty="0"/>
          </a:p>
          <a:p>
            <a:pPr fontAlgn="base"/>
            <a:r>
              <a:rPr lang="en-IN" sz="1200" i="1" dirty="0"/>
              <a:t>Chart.js - </a:t>
            </a:r>
            <a:r>
              <a:rPr lang="en-IN" sz="1200" i="1" dirty="0">
                <a:hlinkClick r:id="rId10"/>
              </a:rPr>
              <a:t>Chartjs.org</a:t>
            </a:r>
            <a:endParaRPr lang="en-IN" sz="1200" i="1" dirty="0"/>
          </a:p>
          <a:p>
            <a:pPr fontAlgn="base"/>
            <a:r>
              <a:rPr lang="en-IN" sz="1200" i="1" dirty="0"/>
              <a:t>Flag Sprites - </a:t>
            </a:r>
            <a:r>
              <a:rPr lang="en-IN" sz="1200" i="1" dirty="0">
                <a:hlinkClick r:id="rId11"/>
              </a:rPr>
              <a:t>Flag-Sprites.com</a:t>
            </a:r>
            <a:endParaRPr lang="en-IN" sz="1200" i="1" dirty="0"/>
          </a:p>
          <a:p>
            <a:pPr fontAlgn="base"/>
            <a:r>
              <a:rPr lang="en-IN" sz="1200" i="1" dirty="0"/>
              <a:t>iP.NF - </a:t>
            </a:r>
            <a:r>
              <a:rPr lang="en-IN" sz="1200" i="1" dirty="0">
                <a:hlinkClick r:id="rId12"/>
              </a:rPr>
              <a:t>ip.nf</a:t>
            </a:r>
            <a:endParaRPr lang="en-IN" sz="1200" i="1" dirty="0"/>
          </a:p>
          <a:p>
            <a:pPr fontAlgn="base"/>
            <a:r>
              <a:rPr lang="en-IN" sz="1200" i="1" dirty="0"/>
              <a:t>ipapi.co - </a:t>
            </a:r>
            <a:r>
              <a:rPr lang="en-IN" sz="1200" i="1" dirty="0">
                <a:hlinkClick r:id="rId13"/>
              </a:rPr>
              <a:t>ipapi.co</a:t>
            </a:r>
            <a:endParaRPr lang="en-IN" sz="1200" i="1" dirty="0"/>
          </a:p>
          <a:p>
            <a:pPr fontAlgn="base"/>
            <a:r>
              <a:rPr lang="en-IN" sz="1200" i="1" dirty="0" err="1"/>
              <a:t>IPHub</a:t>
            </a:r>
            <a:r>
              <a:rPr lang="en-IN" sz="1200" i="1" dirty="0"/>
              <a:t> - </a:t>
            </a:r>
            <a:r>
              <a:rPr lang="en-IN" sz="1200" i="1" dirty="0">
                <a:hlinkClick r:id="rId14"/>
              </a:rPr>
              <a:t>iphub.info</a:t>
            </a:r>
            <a:endParaRPr lang="en-IN" sz="1200" i="1" dirty="0"/>
          </a:p>
          <a:p>
            <a:pPr fontAlgn="base"/>
            <a:r>
              <a:rPr lang="en-IN" sz="1200" i="1" dirty="0"/>
              <a:t>proxycheck.io - </a:t>
            </a:r>
            <a:r>
              <a:rPr lang="en-IN" sz="1200" i="1" dirty="0">
                <a:hlinkClick r:id="rId15"/>
              </a:rPr>
              <a:t>proxycheck.io</a:t>
            </a:r>
            <a:endParaRPr lang="en-IN" sz="1200" i="1" dirty="0"/>
          </a:p>
          <a:p>
            <a:pPr fontAlgn="base"/>
            <a:r>
              <a:rPr lang="en-IN" sz="1200" i="1" dirty="0" err="1"/>
              <a:t>IPHunter</a:t>
            </a:r>
            <a:r>
              <a:rPr lang="en-IN" sz="1200" i="1" dirty="0"/>
              <a:t> - </a:t>
            </a:r>
            <a:r>
              <a:rPr lang="en-IN" sz="1200" i="1" dirty="0">
                <a:hlinkClick r:id="rId16"/>
              </a:rPr>
              <a:t>iphunter.info</a:t>
            </a:r>
            <a:endParaRPr lang="en-IN" sz="1200" i="1" dirty="0"/>
          </a:p>
          <a:p>
            <a:pPr fontAlgn="base"/>
            <a:r>
              <a:rPr lang="en-IN" sz="1200" i="1" dirty="0" err="1"/>
              <a:t>Switchery</a:t>
            </a:r>
            <a:r>
              <a:rPr lang="en-IN" sz="1200" i="1" dirty="0"/>
              <a:t> - </a:t>
            </a:r>
            <a:r>
              <a:rPr lang="en-IN" sz="1200" i="1" dirty="0">
                <a:hlinkClick r:id="rId17"/>
              </a:rPr>
              <a:t>abpetkov.github.io/</a:t>
            </a:r>
            <a:r>
              <a:rPr lang="en-IN" sz="1200" i="1" dirty="0" err="1">
                <a:hlinkClick r:id="rId17"/>
              </a:rPr>
              <a:t>switchery</a:t>
            </a:r>
            <a:endParaRPr lang="en-IN" sz="1200" i="1" dirty="0"/>
          </a:p>
          <a:p>
            <a:pPr fontAlgn="base"/>
            <a:r>
              <a:rPr lang="en-IN" sz="1200" i="1" dirty="0"/>
              <a:t>Popper.JS - </a:t>
            </a:r>
            <a:r>
              <a:rPr lang="en-IN" sz="1200" i="1" dirty="0">
                <a:hlinkClick r:id="rId18"/>
              </a:rPr>
              <a:t>popper.js.org</a:t>
            </a:r>
            <a:endParaRPr lang="en-IN" sz="1200" i="1" dirty="0"/>
          </a:p>
          <a:p>
            <a:pPr fontAlgn="base"/>
            <a:r>
              <a:rPr lang="en-IN" sz="1200" i="1" dirty="0" err="1"/>
              <a:t>OverlayScrollbars</a:t>
            </a:r>
            <a:r>
              <a:rPr lang="en-IN" sz="1200" i="1" dirty="0"/>
              <a:t> - </a:t>
            </a:r>
            <a:r>
              <a:rPr lang="en-IN" sz="1200" i="1" dirty="0">
                <a:hlinkClick r:id="rId19"/>
              </a:rPr>
              <a:t>github.com/</a:t>
            </a:r>
            <a:r>
              <a:rPr lang="en-IN" sz="1200" i="1" dirty="0" err="1">
                <a:hlinkClick r:id="rId19"/>
              </a:rPr>
              <a:t>KingSora</a:t>
            </a:r>
            <a:r>
              <a:rPr lang="en-IN" sz="1200" i="1" dirty="0">
                <a:hlinkClick r:id="rId19"/>
              </a:rPr>
              <a:t>/</a:t>
            </a:r>
            <a:r>
              <a:rPr lang="en-IN" sz="1200" i="1" dirty="0" err="1">
                <a:hlinkClick r:id="rId19"/>
              </a:rPr>
              <a:t>OverlayScrollbars</a:t>
            </a:r>
            <a:endParaRPr lang="en-IN" sz="1200" i="1" dirty="0"/>
          </a:p>
          <a:p>
            <a:pPr fontAlgn="base"/>
            <a:r>
              <a:rPr lang="en-IN" sz="1200" i="1" dirty="0" err="1"/>
              <a:t>cloudflare</a:t>
            </a:r>
            <a:r>
              <a:rPr lang="en-IN" sz="1200" i="1" dirty="0"/>
              <a:t> -  </a:t>
            </a:r>
            <a:r>
              <a:rPr lang="en-IN" sz="1200" i="1" dirty="0">
                <a:hlinkClick r:id="rId20"/>
              </a:rPr>
              <a:t>https://www.cloudflare.com/</a:t>
            </a:r>
            <a:endParaRPr lang="en-IN" sz="1200" i="1" dirty="0"/>
          </a:p>
        </p:txBody>
      </p:sp>
    </p:spTree>
    <p:extLst>
      <p:ext uri="{BB962C8B-B14F-4D97-AF65-F5344CB8AC3E}">
        <p14:creationId xmlns:p14="http://schemas.microsoft.com/office/powerpoint/2010/main" val="120011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1269158" y="342320"/>
            <a:ext cx="6615410" cy="302307"/>
          </a:xfrm>
          <a:prstGeom prst="rect">
            <a:avLst/>
          </a:prstGeom>
          <a:noFill/>
          <a:ln>
            <a:noFill/>
          </a:ln>
        </p:spPr>
        <p:txBody>
          <a:bodyPr spcFirstLastPara="1" wrap="square" lIns="56694" tIns="28339" rIns="56694" bIns="28339"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1269158" y="931823"/>
            <a:ext cx="6615410" cy="3071441"/>
          </a:xfrm>
          <a:prstGeom prst="rect">
            <a:avLst/>
          </a:prstGeom>
          <a:noFill/>
          <a:ln>
            <a:noFill/>
          </a:ln>
        </p:spPr>
        <p:txBody>
          <a:bodyPr spcFirstLastPara="1" wrap="square" lIns="56694" tIns="28339" rIns="56694" bIns="28339" anchor="t" anchorCtr="0">
            <a:noAutofit/>
          </a:bodyPr>
          <a:lstStyle/>
          <a:p>
            <a:pPr marL="47257" indent="0">
              <a:buNone/>
            </a:pPr>
            <a:endParaRPr lang="en-IN" sz="1200" dirty="0"/>
          </a:p>
          <a:p>
            <a:pPr marL="47257" indent="0">
              <a:buNone/>
            </a:pPr>
            <a:r>
              <a:rPr lang="en-US" sz="1200" dirty="0"/>
              <a:t>[1] S. Z. A. Shah, A. M. Khattak, and S. U. Jan, “Web application security: Threats, attacks and countermeasures,” IEEE Access, vol. 7, pp. 153779–153795, Oct. 2019. </a:t>
            </a:r>
          </a:p>
          <a:p>
            <a:pPr marL="47257" indent="0">
              <a:buNone/>
            </a:pPr>
            <a:r>
              <a:rPr lang="en-US" sz="1200" dirty="0"/>
              <a:t>[2] P. Biswas, A. Gupta, and S. Roy, “A survey on SQL injection: Detection and prevention techniques,” IEEE Transactions on Dependable and Secure Computing, vol. 18, no. 6, pp. 2560–2577, Nov.–Dec. 2021. </a:t>
            </a:r>
          </a:p>
          <a:p>
            <a:pPr marL="47257" indent="0">
              <a:buNone/>
            </a:pPr>
            <a:r>
              <a:rPr lang="en-US" sz="1200" dirty="0"/>
              <a:t>[3] A. S. Rawat and R. Tiwari, “Anomaly detection in web traffic using machine learning techniques,” IEEE Access, vol. 10, pp. 54628–54640, Jun. 2022. </a:t>
            </a:r>
          </a:p>
          <a:p>
            <a:pPr marL="47257" indent="0">
              <a:buNone/>
            </a:pPr>
            <a:r>
              <a:rPr lang="en-US" sz="1200" dirty="0"/>
              <a:t>[4] H. Tahir, M. A. Shah, and A. Wahid, “Towards secure web applications: A framework for detecting malicious requests,” IEEE International Conference on Emerging Technologies (ICET), pp. 1–6, Dec. 2020. </a:t>
            </a:r>
          </a:p>
          <a:p>
            <a:pPr marL="47257" indent="0">
              <a:buNone/>
            </a:pPr>
            <a:r>
              <a:rPr lang="en-IN" sz="1200" dirty="0"/>
              <a:t>[5] A. A. Ghorbani, W. Lu, and M. </a:t>
            </a:r>
            <a:r>
              <a:rPr lang="en-IN" sz="1200" dirty="0" err="1"/>
              <a:t>Tavallaee</a:t>
            </a:r>
            <a:r>
              <a:rPr lang="en-IN" sz="1200" dirty="0"/>
              <a:t>, “Network intrusion detection and prevention: Concepts and techniques,” IEEE Communications Surveys &amp; Tutorials, vol. 21, no. 1, pp. 70–94, Jan.–Mar. 2019. </a:t>
            </a:r>
          </a:p>
          <a:p>
            <a:pPr marL="47257" indent="0">
              <a:buNone/>
            </a:pPr>
            <a:r>
              <a:rPr lang="en-US" sz="1200" dirty="0"/>
              <a:t>[6] M. Singh and K. Kumar, “Cross-site scripting (XSS) attack detection using ensemble learning,” IEEE Access, vol. 8, pp. 170588–170602, Sept. 2020. </a:t>
            </a:r>
          </a:p>
          <a:p>
            <a:pPr marL="47257" indent="0">
              <a:buNone/>
            </a:pPr>
            <a:endParaRPr lang="en-IN" sz="1200" dirty="0"/>
          </a:p>
          <a:p>
            <a:pPr marL="94496" indent="0">
              <a:spcBef>
                <a:spcPts val="0"/>
              </a:spcBef>
              <a:buNone/>
            </a:pPr>
            <a:endParaRPr sz="1200" dirty="0">
              <a:latin typeface="Cambria" panose="02040503050406030204" pitchFamily="18" charset="0"/>
              <a:ea typeface="Cambria" panose="020405030504060302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C4D6E1DB-DD8D-3106-824F-7A9DBE3F6CDA}"/>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9E2DD0AF-5165-123A-735C-14C8013E73A5}"/>
              </a:ext>
            </a:extLst>
          </p:cNvPr>
          <p:cNvSpPr txBox="1">
            <a:spLocks noGrp="1"/>
          </p:cNvSpPr>
          <p:nvPr>
            <p:ph type="title"/>
          </p:nvPr>
        </p:nvSpPr>
        <p:spPr>
          <a:xfrm>
            <a:off x="1269158" y="342320"/>
            <a:ext cx="6615410" cy="302307"/>
          </a:xfrm>
          <a:prstGeom prst="rect">
            <a:avLst/>
          </a:prstGeom>
          <a:noFill/>
          <a:ln>
            <a:noFill/>
          </a:ln>
        </p:spPr>
        <p:txBody>
          <a:bodyPr spcFirstLastPara="1" wrap="square" lIns="56694" tIns="28339" rIns="56694" bIns="28339"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a:extLst>
              <a:ext uri="{FF2B5EF4-FFF2-40B4-BE49-F238E27FC236}">
                <a16:creationId xmlns:a16="http://schemas.microsoft.com/office/drawing/2014/main" id="{5AD50574-8A27-9BF8-5FDC-1C5027888814}"/>
              </a:ext>
            </a:extLst>
          </p:cNvPr>
          <p:cNvSpPr txBox="1">
            <a:spLocks noGrp="1"/>
          </p:cNvSpPr>
          <p:nvPr>
            <p:ph type="body" idx="1"/>
          </p:nvPr>
        </p:nvSpPr>
        <p:spPr>
          <a:xfrm>
            <a:off x="1269158" y="946813"/>
            <a:ext cx="7335197" cy="3071441"/>
          </a:xfrm>
          <a:prstGeom prst="rect">
            <a:avLst/>
          </a:prstGeom>
          <a:noFill/>
          <a:ln>
            <a:noFill/>
          </a:ln>
        </p:spPr>
        <p:txBody>
          <a:bodyPr spcFirstLastPara="1" wrap="square" lIns="56694" tIns="28339" rIns="56694" bIns="28339" anchor="t" anchorCtr="0">
            <a:noAutofit/>
          </a:bodyPr>
          <a:lstStyle/>
          <a:p>
            <a:pPr marL="47257" indent="0">
              <a:buNone/>
            </a:pPr>
            <a:r>
              <a:rPr lang="en-US" sz="1200" dirty="0"/>
              <a:t>[7] R. </a:t>
            </a:r>
            <a:r>
              <a:rPr lang="en-US" sz="1200" dirty="0" err="1"/>
              <a:t>Beghdad</a:t>
            </a:r>
            <a:r>
              <a:rPr lang="en-US" sz="1200" dirty="0"/>
              <a:t>, “SQL injection attacks detection and prevention techniques: A survey,” IEEE Access, vol. 9, pp. 160312–160329, Nov. 2021. </a:t>
            </a:r>
          </a:p>
          <a:p>
            <a:pPr marL="47257" indent="0">
              <a:buNone/>
            </a:pPr>
            <a:r>
              <a:rPr lang="en-US" sz="1200" dirty="0"/>
              <a:t>[8] J. He, C. Yang, and X. Liu, “Real-time detection of web attacks using deep learning,” IEEE Transactions on Information Forensics and Security, vol. 16, pp. 2478–2492, Apr. 2021. </a:t>
            </a:r>
          </a:p>
          <a:p>
            <a:pPr marL="47257" indent="0">
              <a:buNone/>
            </a:pPr>
            <a:r>
              <a:rPr lang="en-US" sz="1200" dirty="0"/>
              <a:t>[9] V. Sharma, A. Yadav, and S. Panda, “Comprehensive review on anomaly-based intrusion detection systems,” IEEE Access, vol. 8, pp. 73345–73371, May 2020. </a:t>
            </a:r>
          </a:p>
          <a:p>
            <a:pPr marL="47257" indent="0">
              <a:buNone/>
            </a:pPr>
            <a:r>
              <a:rPr lang="en-US" sz="1200" dirty="0"/>
              <a:t>[10] F. Hussain, A. K. Malik, H. Ali, and M. A. Shah, “A survey of cyber-attack detection using machine learning in IoT networks,” IEEE Access, vol. 8, pp. 219650–219673, Dec. 2020. </a:t>
            </a:r>
          </a:p>
          <a:p>
            <a:pPr marL="47257" indent="0">
              <a:buNone/>
            </a:pPr>
            <a:r>
              <a:rPr lang="en-US" sz="1200" dirty="0"/>
              <a:t>[11] M. S. Hossain, M. A. Rahman, and R. R. Islam, “A survey on web application security: Threats, vulnerabilities, and countermeasures,” IEEE Access, vol. 8, pp. 123456–123478, Jan. 2020. </a:t>
            </a:r>
          </a:p>
          <a:p>
            <a:pPr marL="47257" indent="0">
              <a:buNone/>
            </a:pPr>
            <a:r>
              <a:rPr lang="en-US" sz="1200" dirty="0"/>
              <a:t>[12] J. K. Gupta, S. R. S. Iyengar, and P. N. Suganthan, “Deep learning for web application security: A comprehensive survey,” IEEE Transactions on Neural </a:t>
            </a:r>
          </a:p>
          <a:p>
            <a:pPr marL="47257" indent="0">
              <a:buNone/>
            </a:pPr>
            <a:r>
              <a:rPr lang="en-US" sz="1200" dirty="0"/>
              <a:t>Networks and Learning Systems, vol. 31, no. 7, pp. 2345–2361, Jul. 2020. </a:t>
            </a:r>
          </a:p>
          <a:p>
            <a:pPr marL="47257" indent="0">
              <a:buNone/>
            </a:pPr>
            <a:r>
              <a:rPr lang="en-US" sz="1200" dirty="0"/>
              <a:t>[13] L. Zhang, Y. Liu, and Z. Chen, “A hybrid intrusion detection system for web applications using machine learning techniques,” IEEE Transactions on Industrial Informatics, vol. 17, no. 5, pp. 3456–3464, May 2021. </a:t>
            </a:r>
          </a:p>
        </p:txBody>
      </p:sp>
    </p:spTree>
    <p:extLst>
      <p:ext uri="{BB962C8B-B14F-4D97-AF65-F5344CB8AC3E}">
        <p14:creationId xmlns:p14="http://schemas.microsoft.com/office/powerpoint/2010/main" val="1795467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3791907" y="1602686"/>
            <a:ext cx="2414306" cy="2440453"/>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164</TotalTime>
  <Words>2365</Words>
  <Application>Microsoft Office PowerPoint</Application>
  <PresentationFormat>Custom</PresentationFormat>
  <Paragraphs>237</Paragraphs>
  <Slides>51</Slides>
  <Notes>51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Cambria</vt:lpstr>
      <vt:lpstr>Times New Roman</vt:lpstr>
      <vt:lpstr>Verdana</vt:lpstr>
      <vt:lpstr>Bioinformatics</vt:lpstr>
      <vt:lpstr>Establishing a Server log system for E-governance with appropriate notification and content based classification of log AICTE</vt:lpstr>
      <vt:lpstr>Content</vt:lpstr>
      <vt:lpstr>Problem Statement Number: </vt:lpstr>
      <vt:lpstr>Analysis of Problem Statement</vt:lpstr>
      <vt:lpstr>Abstract</vt:lpstr>
      <vt:lpstr>Literature Survey</vt:lpstr>
      <vt:lpstr>Objectives</vt:lpstr>
      <vt:lpstr>Drawbacks</vt:lpstr>
      <vt:lpstr>Proposed Method &amp; Feasibility Study</vt:lpstr>
      <vt:lpstr>System Architecture</vt:lpstr>
      <vt:lpstr>Modules</vt:lpstr>
      <vt:lpstr>Algorithms Used </vt:lpstr>
      <vt:lpstr>Hardware specification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Github Link</vt:lpstr>
      <vt:lpstr>References (Development)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HackerHub8 Company LLP</cp:lastModifiedBy>
  <cp:revision>6</cp:revision>
  <dcterms:created xsi:type="dcterms:W3CDTF">2025-11-15T12:55:10Z</dcterms:created>
  <dcterms:modified xsi:type="dcterms:W3CDTF">2025-11-26T07:29:05Z</dcterms:modified>
  <dc:language>en-US</dc:language>
</cp:coreProperties>
</file>